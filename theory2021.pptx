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40" r:id="rId3"/>
    <p:sldId id="386" r:id="rId4"/>
    <p:sldId id="371" r:id="rId5"/>
    <p:sldId id="370" r:id="rId6"/>
    <p:sldId id="384" r:id="rId7"/>
    <p:sldId id="316" r:id="rId8"/>
    <p:sldId id="260" r:id="rId9"/>
    <p:sldId id="318" r:id="rId10"/>
    <p:sldId id="377" r:id="rId11"/>
    <p:sldId id="376" r:id="rId12"/>
    <p:sldId id="366" r:id="rId13"/>
    <p:sldId id="367" r:id="rId14"/>
    <p:sldId id="379" r:id="rId15"/>
    <p:sldId id="369" r:id="rId16"/>
    <p:sldId id="273" r:id="rId17"/>
    <p:sldId id="380" r:id="rId18"/>
    <p:sldId id="381" r:id="rId19"/>
    <p:sldId id="385" r:id="rId20"/>
    <p:sldId id="383" r:id="rId21"/>
    <p:sldId id="387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94" autoAdjust="0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2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EFEC6F-1311-49D6-8251-96331531E18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0AEF70ED-CD22-49F7-A6A2-15031F3DD8CB}">
      <dgm:prSet phldrT="[文字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sz="2800" dirty="0"/>
            <a:t>說什麼？</a:t>
          </a:r>
        </a:p>
      </dgm:t>
    </dgm:pt>
    <dgm:pt modelId="{6B8A9148-6057-4F23-A5B6-76C43BB14BAB}" type="parTrans" cxnId="{AB3ED9E0-05C2-4A3D-BD02-AA3537D7ED82}">
      <dgm:prSet/>
      <dgm:spPr/>
      <dgm:t>
        <a:bodyPr/>
        <a:lstStyle/>
        <a:p>
          <a:endParaRPr lang="zh-CN" altLang="en-US"/>
        </a:p>
      </dgm:t>
    </dgm:pt>
    <dgm:pt modelId="{E487A05F-92F9-4CD3-A3B9-7921B396AD14}" type="sibTrans" cxnId="{AB3ED9E0-05C2-4A3D-BD02-AA3537D7ED82}">
      <dgm:prSet/>
      <dgm:spPr/>
      <dgm:t>
        <a:bodyPr/>
        <a:lstStyle/>
        <a:p>
          <a:endParaRPr lang="zh-CN" altLang="en-US"/>
        </a:p>
      </dgm:t>
    </dgm:pt>
    <dgm:pt modelId="{51F56487-BE4E-4ABE-9F50-E5BF85C70619}">
      <dgm:prSet phldrT="[文字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/>
            <a:t>管道？</a:t>
          </a:r>
        </a:p>
      </dgm:t>
    </dgm:pt>
    <dgm:pt modelId="{782AFAE3-5470-401E-8571-F7D2945C37B6}" type="parTrans" cxnId="{8068B788-44CE-41B5-B867-76A7A73FA275}">
      <dgm:prSet/>
      <dgm:spPr/>
      <dgm:t>
        <a:bodyPr/>
        <a:lstStyle/>
        <a:p>
          <a:endParaRPr lang="zh-CN" altLang="en-US"/>
        </a:p>
      </dgm:t>
    </dgm:pt>
    <dgm:pt modelId="{222FF21B-0369-4F4F-8D3C-D51F30848505}" type="sibTrans" cxnId="{8068B788-44CE-41B5-B867-76A7A73FA275}">
      <dgm:prSet/>
      <dgm:spPr/>
      <dgm:t>
        <a:bodyPr/>
        <a:lstStyle/>
        <a:p>
          <a:endParaRPr lang="zh-CN" altLang="en-US"/>
        </a:p>
      </dgm:t>
    </dgm:pt>
    <dgm:pt modelId="{5EEB47BE-0D58-40BE-A3C3-8AAA35B968A9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/>
            <a:t>對誰？</a:t>
          </a:r>
        </a:p>
      </dgm:t>
    </dgm:pt>
    <dgm:pt modelId="{EF35266E-C394-465D-9395-22A7FC880736}" type="parTrans" cxnId="{0E5F604C-C9E0-4605-9BA4-7A3B9B6571D6}">
      <dgm:prSet/>
      <dgm:spPr/>
      <dgm:t>
        <a:bodyPr/>
        <a:lstStyle/>
        <a:p>
          <a:endParaRPr lang="zh-CN" altLang="en-US"/>
        </a:p>
      </dgm:t>
    </dgm:pt>
    <dgm:pt modelId="{1C0A04DC-F394-48B2-BB08-EF0E3CBB6F7C}" type="sibTrans" cxnId="{0E5F604C-C9E0-4605-9BA4-7A3B9B6571D6}">
      <dgm:prSet/>
      <dgm:spPr/>
      <dgm:t>
        <a:bodyPr/>
        <a:lstStyle/>
        <a:p>
          <a:endParaRPr lang="zh-CN" altLang="en-US"/>
        </a:p>
      </dgm:t>
    </dgm:pt>
    <dgm:pt modelId="{B3D49D70-4F15-4DB6-AACF-D5641B38ECB6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/>
            <a:t>有何作用？</a:t>
          </a:r>
        </a:p>
      </dgm:t>
    </dgm:pt>
    <dgm:pt modelId="{57953C6D-D227-48A6-9E9B-019E1B5C7F81}" type="parTrans" cxnId="{0238C9E5-9A5D-4119-B26E-80E177873F86}">
      <dgm:prSet/>
      <dgm:spPr/>
      <dgm:t>
        <a:bodyPr/>
        <a:lstStyle/>
        <a:p>
          <a:endParaRPr lang="zh-CN" altLang="en-US"/>
        </a:p>
      </dgm:t>
    </dgm:pt>
    <dgm:pt modelId="{AFB83EB1-F990-4E45-8126-FB5C9E000A70}" type="sibTrans" cxnId="{0238C9E5-9A5D-4119-B26E-80E177873F86}">
      <dgm:prSet/>
      <dgm:spPr/>
      <dgm:t>
        <a:bodyPr/>
        <a:lstStyle/>
        <a:p>
          <a:endParaRPr lang="zh-CN" altLang="en-US"/>
        </a:p>
      </dgm:t>
    </dgm:pt>
    <dgm:pt modelId="{FD6E9D3B-5872-4259-A98F-C8FFC69EEFC2}">
      <dgm:prSet phldrT="[文字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sz="3200" dirty="0"/>
            <a:t>誰？</a:t>
          </a:r>
          <a:endParaRPr lang="en-US" altLang="zh-CN" sz="900" dirty="0"/>
        </a:p>
      </dgm:t>
    </dgm:pt>
    <dgm:pt modelId="{C5B3336D-A994-41FA-88C0-4258C57759A4}" type="sibTrans" cxnId="{1119157A-8498-4CDC-93D6-31E44FBDFC67}">
      <dgm:prSet/>
      <dgm:spPr/>
      <dgm:t>
        <a:bodyPr/>
        <a:lstStyle/>
        <a:p>
          <a:endParaRPr lang="zh-CN" altLang="en-US"/>
        </a:p>
      </dgm:t>
    </dgm:pt>
    <dgm:pt modelId="{2E13FC0D-61EC-4AD9-B1ED-E37EA9E5CA77}" type="parTrans" cxnId="{1119157A-8498-4CDC-93D6-31E44FBDFC67}">
      <dgm:prSet/>
      <dgm:spPr/>
      <dgm:t>
        <a:bodyPr/>
        <a:lstStyle/>
        <a:p>
          <a:endParaRPr lang="zh-CN" altLang="en-US"/>
        </a:p>
      </dgm:t>
    </dgm:pt>
    <dgm:pt modelId="{A0492E3C-D13A-470F-8D14-2693A6BF7529}" type="pres">
      <dgm:prSet presAssocID="{A8EFEC6F-1311-49D6-8251-96331531E18D}" presName="Name0" presStyleCnt="0">
        <dgm:presLayoutVars>
          <dgm:dir/>
          <dgm:resizeHandles val="exact"/>
        </dgm:presLayoutVars>
      </dgm:prSet>
      <dgm:spPr/>
    </dgm:pt>
    <dgm:pt modelId="{FAED8F2C-E88E-419B-AA00-3E2EDAB4D70F}" type="pres">
      <dgm:prSet presAssocID="{FD6E9D3B-5872-4259-A98F-C8FFC69EEFC2}" presName="node" presStyleLbl="node1" presStyleIdx="0" presStyleCnt="5">
        <dgm:presLayoutVars>
          <dgm:bulletEnabled val="1"/>
        </dgm:presLayoutVars>
      </dgm:prSet>
      <dgm:spPr/>
    </dgm:pt>
    <dgm:pt modelId="{DBB1C095-D522-4DBA-AAE6-A6E18AEEEB3F}" type="pres">
      <dgm:prSet presAssocID="{C5B3336D-A994-41FA-88C0-4258C57759A4}" presName="sibTrans" presStyleLbl="sibTrans2D1" presStyleIdx="0" presStyleCnt="4"/>
      <dgm:spPr/>
    </dgm:pt>
    <dgm:pt modelId="{F02AC7AB-767E-43DA-AE81-C1BF5A60BE03}" type="pres">
      <dgm:prSet presAssocID="{C5B3336D-A994-41FA-88C0-4258C57759A4}" presName="connectorText" presStyleLbl="sibTrans2D1" presStyleIdx="0" presStyleCnt="4"/>
      <dgm:spPr/>
    </dgm:pt>
    <dgm:pt modelId="{0AFF307F-3791-4971-9B61-CC2B8194D8FB}" type="pres">
      <dgm:prSet presAssocID="{0AEF70ED-CD22-49F7-A6A2-15031F3DD8CB}" presName="node" presStyleLbl="node1" presStyleIdx="1" presStyleCnt="5">
        <dgm:presLayoutVars>
          <dgm:bulletEnabled val="1"/>
        </dgm:presLayoutVars>
      </dgm:prSet>
      <dgm:spPr/>
    </dgm:pt>
    <dgm:pt modelId="{A7E54704-09C8-4373-AD7E-F7C5F9056868}" type="pres">
      <dgm:prSet presAssocID="{E487A05F-92F9-4CD3-A3B9-7921B396AD14}" presName="sibTrans" presStyleLbl="sibTrans2D1" presStyleIdx="1" presStyleCnt="4"/>
      <dgm:spPr/>
    </dgm:pt>
    <dgm:pt modelId="{4D7A2A9D-004C-4C80-B299-FA87E716B0D2}" type="pres">
      <dgm:prSet presAssocID="{E487A05F-92F9-4CD3-A3B9-7921B396AD14}" presName="connectorText" presStyleLbl="sibTrans2D1" presStyleIdx="1" presStyleCnt="4"/>
      <dgm:spPr/>
    </dgm:pt>
    <dgm:pt modelId="{29C9301F-D270-442C-AD62-57B42EF661B0}" type="pres">
      <dgm:prSet presAssocID="{51F56487-BE4E-4ABE-9F50-E5BF85C70619}" presName="node" presStyleLbl="node1" presStyleIdx="2" presStyleCnt="5">
        <dgm:presLayoutVars>
          <dgm:bulletEnabled val="1"/>
        </dgm:presLayoutVars>
      </dgm:prSet>
      <dgm:spPr/>
    </dgm:pt>
    <dgm:pt modelId="{369AC61F-6425-4C6A-9F45-C2DD23CC39AF}" type="pres">
      <dgm:prSet presAssocID="{222FF21B-0369-4F4F-8D3C-D51F30848505}" presName="sibTrans" presStyleLbl="sibTrans2D1" presStyleIdx="2" presStyleCnt="4"/>
      <dgm:spPr/>
    </dgm:pt>
    <dgm:pt modelId="{18942D16-5876-437C-9CCB-6FFEE424FE37}" type="pres">
      <dgm:prSet presAssocID="{222FF21B-0369-4F4F-8D3C-D51F30848505}" presName="connectorText" presStyleLbl="sibTrans2D1" presStyleIdx="2" presStyleCnt="4"/>
      <dgm:spPr/>
    </dgm:pt>
    <dgm:pt modelId="{C806025F-DFF0-47B2-BBF7-3C8C3373F81E}" type="pres">
      <dgm:prSet presAssocID="{5EEB47BE-0D58-40BE-A3C3-8AAA35B968A9}" presName="node" presStyleLbl="node1" presStyleIdx="3" presStyleCnt="5">
        <dgm:presLayoutVars>
          <dgm:bulletEnabled val="1"/>
        </dgm:presLayoutVars>
      </dgm:prSet>
      <dgm:spPr/>
    </dgm:pt>
    <dgm:pt modelId="{A2C44A2B-732C-4D0A-8ECE-2A11918B16C7}" type="pres">
      <dgm:prSet presAssocID="{1C0A04DC-F394-48B2-BB08-EF0E3CBB6F7C}" presName="sibTrans" presStyleLbl="sibTrans2D1" presStyleIdx="3" presStyleCnt="4"/>
      <dgm:spPr/>
    </dgm:pt>
    <dgm:pt modelId="{12EE3556-AA1B-4310-BFC6-DD1CAF03267D}" type="pres">
      <dgm:prSet presAssocID="{1C0A04DC-F394-48B2-BB08-EF0E3CBB6F7C}" presName="connectorText" presStyleLbl="sibTrans2D1" presStyleIdx="3" presStyleCnt="4"/>
      <dgm:spPr/>
    </dgm:pt>
    <dgm:pt modelId="{A8831DC8-8B36-4104-A157-F30E808D4C04}" type="pres">
      <dgm:prSet presAssocID="{B3D49D70-4F15-4DB6-AACF-D5641B38ECB6}" presName="node" presStyleLbl="node1" presStyleIdx="4" presStyleCnt="5">
        <dgm:presLayoutVars>
          <dgm:bulletEnabled val="1"/>
        </dgm:presLayoutVars>
      </dgm:prSet>
      <dgm:spPr/>
    </dgm:pt>
  </dgm:ptLst>
  <dgm:cxnLst>
    <dgm:cxn modelId="{A0F00C1D-CB88-47B6-9A56-CBEC0FA76DE4}" type="presOf" srcId="{5EEB47BE-0D58-40BE-A3C3-8AAA35B968A9}" destId="{C806025F-DFF0-47B2-BBF7-3C8C3373F81E}" srcOrd="0" destOrd="0" presId="urn:microsoft.com/office/officeart/2005/8/layout/process1"/>
    <dgm:cxn modelId="{CB11E32B-4150-43A1-850E-E3F7B7B0D2A2}" type="presOf" srcId="{FD6E9D3B-5872-4259-A98F-C8FFC69EEFC2}" destId="{FAED8F2C-E88E-419B-AA00-3E2EDAB4D70F}" srcOrd="0" destOrd="0" presId="urn:microsoft.com/office/officeart/2005/8/layout/process1"/>
    <dgm:cxn modelId="{D9ADEE38-8F44-40C0-A178-4991982254CE}" type="presOf" srcId="{C5B3336D-A994-41FA-88C0-4258C57759A4}" destId="{F02AC7AB-767E-43DA-AE81-C1BF5A60BE03}" srcOrd="1" destOrd="0" presId="urn:microsoft.com/office/officeart/2005/8/layout/process1"/>
    <dgm:cxn modelId="{0E5F604C-C9E0-4605-9BA4-7A3B9B6571D6}" srcId="{A8EFEC6F-1311-49D6-8251-96331531E18D}" destId="{5EEB47BE-0D58-40BE-A3C3-8AAA35B968A9}" srcOrd="3" destOrd="0" parTransId="{EF35266E-C394-465D-9395-22A7FC880736}" sibTransId="{1C0A04DC-F394-48B2-BB08-EF0E3CBB6F7C}"/>
    <dgm:cxn modelId="{1119157A-8498-4CDC-93D6-31E44FBDFC67}" srcId="{A8EFEC6F-1311-49D6-8251-96331531E18D}" destId="{FD6E9D3B-5872-4259-A98F-C8FFC69EEFC2}" srcOrd="0" destOrd="0" parTransId="{2E13FC0D-61EC-4AD9-B1ED-E37EA9E5CA77}" sibTransId="{C5B3336D-A994-41FA-88C0-4258C57759A4}"/>
    <dgm:cxn modelId="{8EF2477E-E16D-4552-A090-AA0576D2A67A}" type="presOf" srcId="{222FF21B-0369-4F4F-8D3C-D51F30848505}" destId="{18942D16-5876-437C-9CCB-6FFEE424FE37}" srcOrd="1" destOrd="0" presId="urn:microsoft.com/office/officeart/2005/8/layout/process1"/>
    <dgm:cxn modelId="{EA986588-FBF5-4A1F-9EC6-F93FDC2D001E}" type="presOf" srcId="{51F56487-BE4E-4ABE-9F50-E5BF85C70619}" destId="{29C9301F-D270-442C-AD62-57B42EF661B0}" srcOrd="0" destOrd="0" presId="urn:microsoft.com/office/officeart/2005/8/layout/process1"/>
    <dgm:cxn modelId="{8068B788-44CE-41B5-B867-76A7A73FA275}" srcId="{A8EFEC6F-1311-49D6-8251-96331531E18D}" destId="{51F56487-BE4E-4ABE-9F50-E5BF85C70619}" srcOrd="2" destOrd="0" parTransId="{782AFAE3-5470-401E-8571-F7D2945C37B6}" sibTransId="{222FF21B-0369-4F4F-8D3C-D51F30848505}"/>
    <dgm:cxn modelId="{4F8EBB88-06E4-48AA-8998-C75ACD559A1B}" type="presOf" srcId="{E487A05F-92F9-4CD3-A3B9-7921B396AD14}" destId="{A7E54704-09C8-4373-AD7E-F7C5F9056868}" srcOrd="0" destOrd="0" presId="urn:microsoft.com/office/officeart/2005/8/layout/process1"/>
    <dgm:cxn modelId="{7B614E90-C8C9-4F2E-862B-C1EF0960D203}" type="presOf" srcId="{E487A05F-92F9-4CD3-A3B9-7921B396AD14}" destId="{4D7A2A9D-004C-4C80-B299-FA87E716B0D2}" srcOrd="1" destOrd="0" presId="urn:microsoft.com/office/officeart/2005/8/layout/process1"/>
    <dgm:cxn modelId="{384BDEA9-A6CD-46DA-960A-6C22EA4EA29F}" type="presOf" srcId="{1C0A04DC-F394-48B2-BB08-EF0E3CBB6F7C}" destId="{A2C44A2B-732C-4D0A-8ECE-2A11918B16C7}" srcOrd="0" destOrd="0" presId="urn:microsoft.com/office/officeart/2005/8/layout/process1"/>
    <dgm:cxn modelId="{A8FA94AB-CBE7-4E78-A689-C96DF4D012CA}" type="presOf" srcId="{A8EFEC6F-1311-49D6-8251-96331531E18D}" destId="{A0492E3C-D13A-470F-8D14-2693A6BF7529}" srcOrd="0" destOrd="0" presId="urn:microsoft.com/office/officeart/2005/8/layout/process1"/>
    <dgm:cxn modelId="{6092BBB7-A67A-4C11-B185-28A4AA9C648F}" type="presOf" srcId="{1C0A04DC-F394-48B2-BB08-EF0E3CBB6F7C}" destId="{12EE3556-AA1B-4310-BFC6-DD1CAF03267D}" srcOrd="1" destOrd="0" presId="urn:microsoft.com/office/officeart/2005/8/layout/process1"/>
    <dgm:cxn modelId="{C2F1DFBC-24B8-4F99-94EA-5F05441BB04A}" type="presOf" srcId="{B3D49D70-4F15-4DB6-AACF-D5641B38ECB6}" destId="{A8831DC8-8B36-4104-A157-F30E808D4C04}" srcOrd="0" destOrd="0" presId="urn:microsoft.com/office/officeart/2005/8/layout/process1"/>
    <dgm:cxn modelId="{9FA1EBC2-6C57-4B0F-A065-D3CE2A70C398}" type="presOf" srcId="{0AEF70ED-CD22-49F7-A6A2-15031F3DD8CB}" destId="{0AFF307F-3791-4971-9B61-CC2B8194D8FB}" srcOrd="0" destOrd="0" presId="urn:microsoft.com/office/officeart/2005/8/layout/process1"/>
    <dgm:cxn modelId="{7CAE57C8-E365-4784-B4B6-286E52935C2B}" type="presOf" srcId="{222FF21B-0369-4F4F-8D3C-D51F30848505}" destId="{369AC61F-6425-4C6A-9F45-C2DD23CC39AF}" srcOrd="0" destOrd="0" presId="urn:microsoft.com/office/officeart/2005/8/layout/process1"/>
    <dgm:cxn modelId="{4A2C9FD3-7EB6-41A6-82EF-458A459D9E78}" type="presOf" srcId="{C5B3336D-A994-41FA-88C0-4258C57759A4}" destId="{DBB1C095-D522-4DBA-AAE6-A6E18AEEEB3F}" srcOrd="0" destOrd="0" presId="urn:microsoft.com/office/officeart/2005/8/layout/process1"/>
    <dgm:cxn modelId="{AB3ED9E0-05C2-4A3D-BD02-AA3537D7ED82}" srcId="{A8EFEC6F-1311-49D6-8251-96331531E18D}" destId="{0AEF70ED-CD22-49F7-A6A2-15031F3DD8CB}" srcOrd="1" destOrd="0" parTransId="{6B8A9148-6057-4F23-A5B6-76C43BB14BAB}" sibTransId="{E487A05F-92F9-4CD3-A3B9-7921B396AD14}"/>
    <dgm:cxn modelId="{0238C9E5-9A5D-4119-B26E-80E177873F86}" srcId="{A8EFEC6F-1311-49D6-8251-96331531E18D}" destId="{B3D49D70-4F15-4DB6-AACF-D5641B38ECB6}" srcOrd="4" destOrd="0" parTransId="{57953C6D-D227-48A6-9E9B-019E1B5C7F81}" sibTransId="{AFB83EB1-F990-4E45-8126-FB5C9E000A70}"/>
    <dgm:cxn modelId="{C2610517-B45E-4AFC-82C5-D61F3683F021}" type="presParOf" srcId="{A0492E3C-D13A-470F-8D14-2693A6BF7529}" destId="{FAED8F2C-E88E-419B-AA00-3E2EDAB4D70F}" srcOrd="0" destOrd="0" presId="urn:microsoft.com/office/officeart/2005/8/layout/process1"/>
    <dgm:cxn modelId="{24D7172C-EBF2-464E-A1CC-68854A775E36}" type="presParOf" srcId="{A0492E3C-D13A-470F-8D14-2693A6BF7529}" destId="{DBB1C095-D522-4DBA-AAE6-A6E18AEEEB3F}" srcOrd="1" destOrd="0" presId="urn:microsoft.com/office/officeart/2005/8/layout/process1"/>
    <dgm:cxn modelId="{C4DA38EC-BCBB-43C4-9FB4-5F824953A7CD}" type="presParOf" srcId="{DBB1C095-D522-4DBA-AAE6-A6E18AEEEB3F}" destId="{F02AC7AB-767E-43DA-AE81-C1BF5A60BE03}" srcOrd="0" destOrd="0" presId="urn:microsoft.com/office/officeart/2005/8/layout/process1"/>
    <dgm:cxn modelId="{2EF55D26-BCD8-4208-B38C-E35D0B218900}" type="presParOf" srcId="{A0492E3C-D13A-470F-8D14-2693A6BF7529}" destId="{0AFF307F-3791-4971-9B61-CC2B8194D8FB}" srcOrd="2" destOrd="0" presId="urn:microsoft.com/office/officeart/2005/8/layout/process1"/>
    <dgm:cxn modelId="{3585D33A-27C6-4032-AD4D-03BEA5875B0D}" type="presParOf" srcId="{A0492E3C-D13A-470F-8D14-2693A6BF7529}" destId="{A7E54704-09C8-4373-AD7E-F7C5F9056868}" srcOrd="3" destOrd="0" presId="urn:microsoft.com/office/officeart/2005/8/layout/process1"/>
    <dgm:cxn modelId="{BE46D150-DE58-438E-A200-4FF23837FD38}" type="presParOf" srcId="{A7E54704-09C8-4373-AD7E-F7C5F9056868}" destId="{4D7A2A9D-004C-4C80-B299-FA87E716B0D2}" srcOrd="0" destOrd="0" presId="urn:microsoft.com/office/officeart/2005/8/layout/process1"/>
    <dgm:cxn modelId="{8B6A3B7D-5F3F-4462-8725-FB91D1F0CBFC}" type="presParOf" srcId="{A0492E3C-D13A-470F-8D14-2693A6BF7529}" destId="{29C9301F-D270-442C-AD62-57B42EF661B0}" srcOrd="4" destOrd="0" presId="urn:microsoft.com/office/officeart/2005/8/layout/process1"/>
    <dgm:cxn modelId="{F3253A04-3407-4D13-A020-403F3A9196CF}" type="presParOf" srcId="{A0492E3C-D13A-470F-8D14-2693A6BF7529}" destId="{369AC61F-6425-4C6A-9F45-C2DD23CC39AF}" srcOrd="5" destOrd="0" presId="urn:microsoft.com/office/officeart/2005/8/layout/process1"/>
    <dgm:cxn modelId="{D3FCEF63-D241-485B-8F8E-09EDCCB241B3}" type="presParOf" srcId="{369AC61F-6425-4C6A-9F45-C2DD23CC39AF}" destId="{18942D16-5876-437C-9CCB-6FFEE424FE37}" srcOrd="0" destOrd="0" presId="urn:microsoft.com/office/officeart/2005/8/layout/process1"/>
    <dgm:cxn modelId="{A9B3496B-936D-4C2A-97ED-4BBBAA40A31B}" type="presParOf" srcId="{A0492E3C-D13A-470F-8D14-2693A6BF7529}" destId="{C806025F-DFF0-47B2-BBF7-3C8C3373F81E}" srcOrd="6" destOrd="0" presId="urn:microsoft.com/office/officeart/2005/8/layout/process1"/>
    <dgm:cxn modelId="{31BB6662-3E60-47A0-81C2-284D62A67E8B}" type="presParOf" srcId="{A0492E3C-D13A-470F-8D14-2693A6BF7529}" destId="{A2C44A2B-732C-4D0A-8ECE-2A11918B16C7}" srcOrd="7" destOrd="0" presId="urn:microsoft.com/office/officeart/2005/8/layout/process1"/>
    <dgm:cxn modelId="{FCEA88E2-F647-4A30-BA3A-FF892F083AFC}" type="presParOf" srcId="{A2C44A2B-732C-4D0A-8ECE-2A11918B16C7}" destId="{12EE3556-AA1B-4310-BFC6-DD1CAF03267D}" srcOrd="0" destOrd="0" presId="urn:microsoft.com/office/officeart/2005/8/layout/process1"/>
    <dgm:cxn modelId="{790A1234-BD32-427C-A5C4-B3E32B2EED8E}" type="presParOf" srcId="{A0492E3C-D13A-470F-8D14-2693A6BF7529}" destId="{A8831DC8-8B36-4104-A157-F30E808D4C04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023897-8CE7-A542-9B3E-0177DB1845A3}" type="doc">
      <dgm:prSet loTypeId="urn:microsoft.com/office/officeart/2005/8/layout/orgChart1" loCatId="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TW" altLang="en-US"/>
        </a:p>
      </dgm:t>
    </dgm:pt>
    <dgm:pt modelId="{EAA1F37D-0B84-9F4C-973B-F4BE7503A8C3}">
      <dgm:prSet phldrT="[文字]"/>
      <dgm:spPr/>
      <dgm:t>
        <a:bodyPr/>
        <a:lstStyle/>
        <a:p>
          <a:r>
            <a:rPr lang="en-US" altLang="zh-TW" dirty="0"/>
            <a:t>RQ</a:t>
          </a:r>
          <a:r>
            <a:rPr lang="zh-TW" altLang="en-US" dirty="0"/>
            <a:t>？</a:t>
          </a:r>
        </a:p>
      </dgm:t>
    </dgm:pt>
    <dgm:pt modelId="{E1892F03-B5B4-1246-BCB4-BDB57CA4FBC5}" type="parTrans" cxnId="{E377CE70-18D0-754F-8BCE-80B3BF5B7700}">
      <dgm:prSet/>
      <dgm:spPr/>
      <dgm:t>
        <a:bodyPr/>
        <a:lstStyle/>
        <a:p>
          <a:endParaRPr lang="zh-TW" altLang="en-US"/>
        </a:p>
      </dgm:t>
    </dgm:pt>
    <dgm:pt modelId="{EB87B841-D00C-8A4C-A0E6-5FEB4249C1AD}" type="sibTrans" cxnId="{E377CE70-18D0-754F-8BCE-80B3BF5B7700}">
      <dgm:prSet/>
      <dgm:spPr/>
      <dgm:t>
        <a:bodyPr/>
        <a:lstStyle/>
        <a:p>
          <a:endParaRPr lang="zh-TW" altLang="en-US"/>
        </a:p>
      </dgm:t>
    </dgm:pt>
    <dgm:pt modelId="{8FD4B375-64C1-2F4C-8497-69B6F738EDBC}">
      <dgm:prSet phldrT="[文字]"/>
      <dgm:spPr/>
      <dgm:t>
        <a:bodyPr/>
        <a:lstStyle/>
        <a:p>
          <a:r>
            <a:rPr lang="en-US" altLang="zh-TW" dirty="0"/>
            <a:t>Constructs</a:t>
          </a:r>
          <a:r>
            <a:rPr lang="zh-TW" altLang="en-US" dirty="0"/>
            <a:t>？</a:t>
          </a:r>
          <a:r>
            <a:rPr lang="en-US" altLang="zh-TW" dirty="0"/>
            <a:t> </a:t>
          </a:r>
          <a:endParaRPr lang="zh-TW" altLang="en-US" dirty="0"/>
        </a:p>
      </dgm:t>
    </dgm:pt>
    <dgm:pt modelId="{AAF4F421-CA45-2544-9178-EF6023C40CB1}" type="parTrans" cxnId="{74E526E0-E5D0-3B40-B546-EDCCA4980143}">
      <dgm:prSet/>
      <dgm:spPr/>
      <dgm:t>
        <a:bodyPr/>
        <a:lstStyle/>
        <a:p>
          <a:endParaRPr lang="zh-TW" altLang="en-US"/>
        </a:p>
      </dgm:t>
    </dgm:pt>
    <dgm:pt modelId="{1D3EBCFD-32C4-2B43-8C16-5142476FF2FC}" type="sibTrans" cxnId="{74E526E0-E5D0-3B40-B546-EDCCA4980143}">
      <dgm:prSet/>
      <dgm:spPr/>
      <dgm:t>
        <a:bodyPr/>
        <a:lstStyle/>
        <a:p>
          <a:endParaRPr lang="zh-TW" altLang="en-US"/>
        </a:p>
      </dgm:t>
    </dgm:pt>
    <dgm:pt modelId="{0B148970-40B0-7F4D-AC9C-4BB74F8F1A10}">
      <dgm:prSet phldrT="[文字]"/>
      <dgm:spPr/>
      <dgm:t>
        <a:bodyPr/>
        <a:lstStyle/>
        <a:p>
          <a:r>
            <a:rPr lang="en-US" altLang="zh-TW" dirty="0"/>
            <a:t>Operationalization</a:t>
          </a:r>
          <a:r>
            <a:rPr lang="zh-TW" altLang="en-US" dirty="0"/>
            <a:t>？</a:t>
          </a:r>
        </a:p>
      </dgm:t>
    </dgm:pt>
    <dgm:pt modelId="{0159C35F-C37E-BE4D-A8CF-569A9F45E244}" type="parTrans" cxnId="{DDAFDA68-7E06-944D-925A-940E1271FCB7}">
      <dgm:prSet/>
      <dgm:spPr/>
      <dgm:t>
        <a:bodyPr/>
        <a:lstStyle/>
        <a:p>
          <a:endParaRPr lang="zh-TW" altLang="en-US"/>
        </a:p>
      </dgm:t>
    </dgm:pt>
    <dgm:pt modelId="{5180155B-2199-2A45-B19D-106F471EC7D5}" type="sibTrans" cxnId="{DDAFDA68-7E06-944D-925A-940E1271FCB7}">
      <dgm:prSet/>
      <dgm:spPr/>
      <dgm:t>
        <a:bodyPr/>
        <a:lstStyle/>
        <a:p>
          <a:endParaRPr lang="zh-TW" altLang="en-US"/>
        </a:p>
      </dgm:t>
    </dgm:pt>
    <dgm:pt modelId="{C32967D8-A29C-A84C-8239-B45164EBEA9C}">
      <dgm:prSet phldrT="[文字]"/>
      <dgm:spPr/>
      <dgm:t>
        <a:bodyPr/>
        <a:lstStyle/>
        <a:p>
          <a:r>
            <a:rPr lang="en-US" altLang="zh-TW" dirty="0"/>
            <a:t>Class</a:t>
          </a:r>
          <a:r>
            <a:rPr lang="zh-TW" altLang="en-US" dirty="0"/>
            <a:t>？</a:t>
          </a:r>
        </a:p>
      </dgm:t>
    </dgm:pt>
    <dgm:pt modelId="{4446B201-D128-CB41-A1D6-D2E1995F7E1A}" type="parTrans" cxnId="{C18C7F74-1E4F-8942-9286-138EB3249B5C}">
      <dgm:prSet/>
      <dgm:spPr/>
      <dgm:t>
        <a:bodyPr/>
        <a:lstStyle/>
        <a:p>
          <a:endParaRPr lang="zh-TW" altLang="en-US"/>
        </a:p>
      </dgm:t>
    </dgm:pt>
    <dgm:pt modelId="{EA52D23E-E008-8246-9314-D8ECBF3705FC}" type="sibTrans" cxnId="{C18C7F74-1E4F-8942-9286-138EB3249B5C}">
      <dgm:prSet/>
      <dgm:spPr/>
      <dgm:t>
        <a:bodyPr/>
        <a:lstStyle/>
        <a:p>
          <a:endParaRPr lang="zh-TW" altLang="en-US"/>
        </a:p>
      </dgm:t>
    </dgm:pt>
    <dgm:pt modelId="{59DE22B5-E483-A446-AD91-036323229B2B}">
      <dgm:prSet phldrT="[文字]"/>
      <dgm:spPr/>
      <dgm:t>
        <a:bodyPr/>
        <a:lstStyle/>
        <a:p>
          <a:r>
            <a:rPr lang="en-US" altLang="zh-TW" dirty="0"/>
            <a:t>Experiment, ethnography, survey</a:t>
          </a:r>
          <a:endParaRPr lang="zh-TW" altLang="en-US" dirty="0"/>
        </a:p>
      </dgm:t>
    </dgm:pt>
    <dgm:pt modelId="{4F012270-CCEF-554C-B4E0-47D04C89AB1A}" type="parTrans" cxnId="{0D9D978A-3868-CF4A-AF90-56D1B0F9FB95}">
      <dgm:prSet/>
      <dgm:spPr/>
      <dgm:t>
        <a:bodyPr/>
        <a:lstStyle/>
        <a:p>
          <a:endParaRPr lang="zh-TW" altLang="en-US"/>
        </a:p>
      </dgm:t>
    </dgm:pt>
    <dgm:pt modelId="{B5E1168C-5392-914B-956B-94558FE83FE8}" type="sibTrans" cxnId="{0D9D978A-3868-CF4A-AF90-56D1B0F9FB95}">
      <dgm:prSet/>
      <dgm:spPr/>
      <dgm:t>
        <a:bodyPr/>
        <a:lstStyle/>
        <a:p>
          <a:endParaRPr lang="zh-TW" altLang="en-US"/>
        </a:p>
      </dgm:t>
    </dgm:pt>
    <dgm:pt modelId="{613D4BE8-05D0-174F-AECA-928E56B8A8E3}">
      <dgm:prSet/>
      <dgm:spPr/>
      <dgm:t>
        <a:bodyPr/>
        <a:lstStyle/>
        <a:p>
          <a:r>
            <a:rPr lang="en-US" altLang="zh-TW" dirty="0"/>
            <a:t>Classification</a:t>
          </a:r>
          <a:endParaRPr lang="zh-TW" altLang="en-US" dirty="0"/>
        </a:p>
      </dgm:t>
    </dgm:pt>
    <dgm:pt modelId="{6A909FEE-0142-E441-BF0F-7ED3A73984D2}" type="parTrans" cxnId="{7BA3344F-BCB2-1A46-BC9E-0EEDE8DD254F}">
      <dgm:prSet/>
      <dgm:spPr/>
      <dgm:t>
        <a:bodyPr/>
        <a:lstStyle/>
        <a:p>
          <a:endParaRPr lang="zh-TW" altLang="en-US"/>
        </a:p>
      </dgm:t>
    </dgm:pt>
    <dgm:pt modelId="{A3A40D4B-69D4-6544-8E32-7ED9DB61CBD7}" type="sibTrans" cxnId="{7BA3344F-BCB2-1A46-BC9E-0EEDE8DD254F}">
      <dgm:prSet/>
      <dgm:spPr/>
      <dgm:t>
        <a:bodyPr/>
        <a:lstStyle/>
        <a:p>
          <a:endParaRPr lang="zh-TW" altLang="en-US"/>
        </a:p>
      </dgm:t>
    </dgm:pt>
    <dgm:pt modelId="{7D7C17F0-3450-1D42-BB5F-47566AE0E642}">
      <dgm:prSet/>
      <dgm:spPr/>
      <dgm:t>
        <a:bodyPr/>
        <a:lstStyle/>
        <a:p>
          <a:r>
            <a:rPr lang="en-US" altLang="zh-TW" dirty="0"/>
            <a:t>Topic</a:t>
          </a:r>
          <a:r>
            <a:rPr lang="zh-TW" altLang="en-US" dirty="0"/>
            <a:t> </a:t>
          </a:r>
          <a:r>
            <a:rPr lang="en-US" altLang="zh-TW" dirty="0"/>
            <a:t>discovery</a:t>
          </a:r>
          <a:endParaRPr lang="zh-TW" altLang="en-US" dirty="0"/>
        </a:p>
      </dgm:t>
    </dgm:pt>
    <dgm:pt modelId="{F879B654-2093-2945-959A-CE7E5B8428E8}" type="parTrans" cxnId="{1D619998-07F7-9846-8EEC-BFD721AD6A34}">
      <dgm:prSet/>
      <dgm:spPr/>
      <dgm:t>
        <a:bodyPr/>
        <a:lstStyle/>
        <a:p>
          <a:endParaRPr lang="zh-TW" altLang="en-US"/>
        </a:p>
      </dgm:t>
    </dgm:pt>
    <dgm:pt modelId="{97D80ADB-BD5F-0D4D-8BE1-DDB66E44FE0C}" type="sibTrans" cxnId="{1D619998-07F7-9846-8EEC-BFD721AD6A34}">
      <dgm:prSet/>
      <dgm:spPr/>
      <dgm:t>
        <a:bodyPr/>
        <a:lstStyle/>
        <a:p>
          <a:endParaRPr lang="zh-TW" altLang="en-US"/>
        </a:p>
      </dgm:t>
    </dgm:pt>
    <dgm:pt modelId="{D04EF5C4-536F-8546-B07A-DDFA51EAC6FA}">
      <dgm:prSet/>
      <dgm:spPr/>
      <dgm:t>
        <a:bodyPr/>
        <a:lstStyle/>
        <a:p>
          <a:r>
            <a:rPr lang="en-US" altLang="zh-TW" dirty="0"/>
            <a:t>Dictionary</a:t>
          </a:r>
          <a:r>
            <a:rPr lang="zh-TW" altLang="en-US" dirty="0"/>
            <a:t>？</a:t>
          </a:r>
        </a:p>
      </dgm:t>
    </dgm:pt>
    <dgm:pt modelId="{42D5DC10-F4E0-3B4D-BEE5-D92D0DB70530}" type="parTrans" cxnId="{773895AE-2FBC-C945-96BC-F0616BFF1560}">
      <dgm:prSet/>
      <dgm:spPr/>
      <dgm:t>
        <a:bodyPr/>
        <a:lstStyle/>
        <a:p>
          <a:endParaRPr lang="zh-TW" altLang="en-US"/>
        </a:p>
      </dgm:t>
    </dgm:pt>
    <dgm:pt modelId="{9D0DC535-A349-B94E-8E8D-4C922EC878E6}" type="sibTrans" cxnId="{773895AE-2FBC-C945-96BC-F0616BFF1560}">
      <dgm:prSet/>
      <dgm:spPr/>
      <dgm:t>
        <a:bodyPr/>
        <a:lstStyle/>
        <a:p>
          <a:endParaRPr lang="zh-TW" altLang="en-US"/>
        </a:p>
      </dgm:t>
    </dgm:pt>
    <dgm:pt modelId="{D785D6A2-08FB-EE44-8138-5E1392D53FC2}">
      <dgm:prSet/>
      <dgm:spPr/>
      <dgm:t>
        <a:bodyPr/>
        <a:lstStyle/>
        <a:p>
          <a:r>
            <a:rPr lang="en-US" altLang="zh-TW" dirty="0"/>
            <a:t>Theory</a:t>
          </a:r>
          <a:r>
            <a:rPr lang="zh-TW" altLang="en-US" dirty="0"/>
            <a:t> </a:t>
          </a:r>
          <a:r>
            <a:rPr lang="en-US" altLang="zh-TW" dirty="0"/>
            <a:t>or data</a:t>
          </a:r>
          <a:r>
            <a:rPr lang="zh-TW" altLang="en-US" dirty="0"/>
            <a:t>？</a:t>
          </a:r>
        </a:p>
      </dgm:t>
    </dgm:pt>
    <dgm:pt modelId="{95F5E7A0-6CAF-FA47-9F4B-2F0CA89EA30F}" type="parTrans" cxnId="{E5D1DBEE-742A-4B4E-9842-9453E0A606D4}">
      <dgm:prSet/>
      <dgm:spPr/>
      <dgm:t>
        <a:bodyPr/>
        <a:lstStyle/>
        <a:p>
          <a:endParaRPr lang="zh-TW" altLang="en-US"/>
        </a:p>
      </dgm:t>
    </dgm:pt>
    <dgm:pt modelId="{B9BEED93-113E-4D46-B599-59EE0DC9C2DB}" type="sibTrans" cxnId="{E5D1DBEE-742A-4B4E-9842-9453E0A606D4}">
      <dgm:prSet/>
      <dgm:spPr/>
      <dgm:t>
        <a:bodyPr/>
        <a:lstStyle/>
        <a:p>
          <a:endParaRPr lang="zh-TW" altLang="en-US"/>
        </a:p>
      </dgm:t>
    </dgm:pt>
    <dgm:pt modelId="{888550D0-8842-FB4E-9A05-7935B565681B}">
      <dgm:prSet/>
      <dgm:spPr/>
      <dgm:t>
        <a:bodyPr/>
        <a:lstStyle/>
        <a:p>
          <a:r>
            <a:rPr lang="en-US" altLang="zh-TW" dirty="0"/>
            <a:t>Apply </a:t>
          </a:r>
          <a:endParaRPr lang="zh-TW" altLang="en-US" dirty="0"/>
        </a:p>
      </dgm:t>
    </dgm:pt>
    <dgm:pt modelId="{9D35311B-4B2B-3148-B200-322B0B1B9455}" type="parTrans" cxnId="{780E63B2-CB09-A64C-946A-35F70B14583C}">
      <dgm:prSet/>
      <dgm:spPr/>
      <dgm:t>
        <a:bodyPr/>
        <a:lstStyle/>
        <a:p>
          <a:endParaRPr lang="zh-TW" altLang="en-US"/>
        </a:p>
      </dgm:t>
    </dgm:pt>
    <dgm:pt modelId="{F1B156BD-A45E-E34A-B5F8-E291C2B9615C}" type="sibTrans" cxnId="{780E63B2-CB09-A64C-946A-35F70B14583C}">
      <dgm:prSet/>
      <dgm:spPr/>
      <dgm:t>
        <a:bodyPr/>
        <a:lstStyle/>
        <a:p>
          <a:endParaRPr lang="zh-TW" altLang="en-US"/>
        </a:p>
      </dgm:t>
    </dgm:pt>
    <dgm:pt modelId="{345CB405-0909-9A4D-8D46-7887452CE4D4}">
      <dgm:prSet/>
      <dgm:spPr/>
      <dgm:t>
        <a:bodyPr/>
        <a:lstStyle/>
        <a:p>
          <a:r>
            <a:rPr lang="en-US" altLang="zh-TW" dirty="0"/>
            <a:t>develop</a:t>
          </a:r>
          <a:endParaRPr lang="zh-TW" altLang="en-US" dirty="0"/>
        </a:p>
      </dgm:t>
    </dgm:pt>
    <dgm:pt modelId="{E695E3A3-D5E2-3842-96AA-B3AEB4F88FB2}" type="parTrans" cxnId="{87D020AA-9F0C-E64B-B80B-CCC97B79BB51}">
      <dgm:prSet/>
      <dgm:spPr/>
      <dgm:t>
        <a:bodyPr/>
        <a:lstStyle/>
        <a:p>
          <a:endParaRPr lang="zh-TW" altLang="en-US"/>
        </a:p>
      </dgm:t>
    </dgm:pt>
    <dgm:pt modelId="{CA16835D-19F8-294D-A095-12C4D97C40C1}" type="sibTrans" cxnId="{87D020AA-9F0C-E64B-B80B-CCC97B79BB51}">
      <dgm:prSet/>
      <dgm:spPr/>
      <dgm:t>
        <a:bodyPr/>
        <a:lstStyle/>
        <a:p>
          <a:endParaRPr lang="zh-TW" altLang="en-US"/>
        </a:p>
      </dgm:t>
    </dgm:pt>
    <dgm:pt modelId="{CF14E261-227C-2E44-813B-CF15A77F7EB8}">
      <dgm:prSet/>
      <dgm:spPr/>
      <dgm:t>
        <a:bodyPr/>
        <a:lstStyle/>
        <a:p>
          <a:r>
            <a:rPr lang="en-US" altLang="zh-TW" dirty="0"/>
            <a:t>Coding</a:t>
          </a:r>
          <a:endParaRPr lang="zh-TW" altLang="en-US" dirty="0"/>
        </a:p>
      </dgm:t>
    </dgm:pt>
    <dgm:pt modelId="{4141133B-CAE6-0B44-A3D6-737CCFD6871C}" type="parTrans" cxnId="{33229F26-C976-D243-8EA2-CA472A4A912F}">
      <dgm:prSet/>
      <dgm:spPr/>
      <dgm:t>
        <a:bodyPr/>
        <a:lstStyle/>
        <a:p>
          <a:endParaRPr lang="zh-TW" altLang="en-US"/>
        </a:p>
      </dgm:t>
    </dgm:pt>
    <dgm:pt modelId="{B91E2527-06C1-6243-BEF6-3A32456764FE}" type="sibTrans" cxnId="{33229F26-C976-D243-8EA2-CA472A4A912F}">
      <dgm:prSet/>
      <dgm:spPr/>
      <dgm:t>
        <a:bodyPr/>
        <a:lstStyle/>
        <a:p>
          <a:endParaRPr lang="zh-TW" altLang="en-US"/>
        </a:p>
      </dgm:t>
    </dgm:pt>
    <dgm:pt modelId="{9D493072-FA31-2047-B802-5526B940011E}">
      <dgm:prSet/>
      <dgm:spPr/>
      <dgm:t>
        <a:bodyPr/>
        <a:lstStyle/>
        <a:p>
          <a:r>
            <a:rPr lang="en-US" altLang="zh-TW" dirty="0"/>
            <a:t>Concordance</a:t>
          </a:r>
          <a:endParaRPr lang="zh-TW" altLang="en-US" dirty="0"/>
        </a:p>
      </dgm:t>
    </dgm:pt>
    <dgm:pt modelId="{EAD6FB06-3950-154A-B499-110DEBCD5AFE}" type="parTrans" cxnId="{1BB8FB10-A871-2B40-9190-22F931B2F1BB}">
      <dgm:prSet/>
      <dgm:spPr/>
      <dgm:t>
        <a:bodyPr/>
        <a:lstStyle/>
        <a:p>
          <a:endParaRPr lang="zh-TW" altLang="en-US"/>
        </a:p>
      </dgm:t>
    </dgm:pt>
    <dgm:pt modelId="{F6978A99-4332-FE4E-840A-549E3C4ACA8B}" type="sibTrans" cxnId="{1BB8FB10-A871-2B40-9190-22F931B2F1BB}">
      <dgm:prSet/>
      <dgm:spPr/>
      <dgm:t>
        <a:bodyPr/>
        <a:lstStyle/>
        <a:p>
          <a:endParaRPr lang="zh-TW" altLang="en-US"/>
        </a:p>
      </dgm:t>
    </dgm:pt>
    <dgm:pt modelId="{2DAA3C65-5722-7540-8C97-FA04F7130FB8}">
      <dgm:prSet/>
      <dgm:spPr/>
      <dgm:t>
        <a:bodyPr/>
        <a:lstStyle/>
        <a:p>
          <a:r>
            <a:rPr lang="en-US" altLang="zh-TW" dirty="0"/>
            <a:t>NB, LR, Tree</a:t>
          </a:r>
          <a:endParaRPr lang="zh-TW" altLang="en-US" dirty="0"/>
        </a:p>
      </dgm:t>
    </dgm:pt>
    <dgm:pt modelId="{AE9BD7B0-61CC-9347-A337-B86608BABB42}" type="parTrans" cxnId="{911E4B05-02E3-5C46-A65A-F5BAFBB52FB2}">
      <dgm:prSet/>
      <dgm:spPr/>
      <dgm:t>
        <a:bodyPr/>
        <a:lstStyle/>
        <a:p>
          <a:endParaRPr lang="zh-TW" altLang="en-US"/>
        </a:p>
      </dgm:t>
    </dgm:pt>
    <dgm:pt modelId="{895B4CFE-567C-9F47-A28D-D9188ABBC78E}" type="sibTrans" cxnId="{911E4B05-02E3-5C46-A65A-F5BAFBB52FB2}">
      <dgm:prSet/>
      <dgm:spPr/>
      <dgm:t>
        <a:bodyPr/>
        <a:lstStyle/>
        <a:p>
          <a:endParaRPr lang="zh-TW" altLang="en-US"/>
        </a:p>
      </dgm:t>
    </dgm:pt>
    <dgm:pt modelId="{C263FCEF-8F9A-4044-AFCA-B0BE5370ADE5}">
      <dgm:prSet/>
      <dgm:spPr/>
      <dgm:t>
        <a:bodyPr/>
        <a:lstStyle/>
        <a:p>
          <a:r>
            <a:rPr lang="en-US" altLang="zh-TW" dirty="0"/>
            <a:t>LDA</a:t>
          </a:r>
        </a:p>
        <a:p>
          <a:r>
            <a:rPr lang="en-US" altLang="zh-TW" dirty="0"/>
            <a:t>K-means</a:t>
          </a:r>
          <a:endParaRPr lang="zh-TW" altLang="en-US" dirty="0"/>
        </a:p>
      </dgm:t>
    </dgm:pt>
    <dgm:pt modelId="{F880B03D-1AA4-124B-BD93-EBE9C62B87B3}" type="parTrans" cxnId="{4CE53942-7E98-564B-B10A-D8EB13015FB9}">
      <dgm:prSet/>
      <dgm:spPr/>
      <dgm:t>
        <a:bodyPr/>
        <a:lstStyle/>
        <a:p>
          <a:endParaRPr lang="zh-TW" altLang="en-US"/>
        </a:p>
      </dgm:t>
    </dgm:pt>
    <dgm:pt modelId="{072BB609-1FE6-2F4B-A03C-5ADB58DC5EAC}" type="sibTrans" cxnId="{4CE53942-7E98-564B-B10A-D8EB13015FB9}">
      <dgm:prSet/>
      <dgm:spPr/>
      <dgm:t>
        <a:bodyPr/>
        <a:lstStyle/>
        <a:p>
          <a:endParaRPr lang="zh-TW" altLang="en-US"/>
        </a:p>
      </dgm:t>
    </dgm:pt>
    <dgm:pt modelId="{21F879A9-A852-144F-87DA-E15504F860B9}" type="pres">
      <dgm:prSet presAssocID="{FF023897-8CE7-A542-9B3E-0177DB1845A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383C216-E282-9F4D-A46B-3CB9647AFEE1}" type="pres">
      <dgm:prSet presAssocID="{EAA1F37D-0B84-9F4C-973B-F4BE7503A8C3}" presName="hierRoot1" presStyleCnt="0">
        <dgm:presLayoutVars>
          <dgm:hierBranch val="init"/>
        </dgm:presLayoutVars>
      </dgm:prSet>
      <dgm:spPr/>
    </dgm:pt>
    <dgm:pt modelId="{247BD0D6-8DE4-7C4D-944C-9766FD0CF4A8}" type="pres">
      <dgm:prSet presAssocID="{EAA1F37D-0B84-9F4C-973B-F4BE7503A8C3}" presName="rootComposite1" presStyleCnt="0"/>
      <dgm:spPr/>
    </dgm:pt>
    <dgm:pt modelId="{5960278E-DAF1-FD49-B296-8AE2DE69988F}" type="pres">
      <dgm:prSet presAssocID="{EAA1F37D-0B84-9F4C-973B-F4BE7503A8C3}" presName="rootText1" presStyleLbl="node0" presStyleIdx="0" presStyleCnt="1">
        <dgm:presLayoutVars>
          <dgm:chPref val="3"/>
        </dgm:presLayoutVars>
      </dgm:prSet>
      <dgm:spPr/>
    </dgm:pt>
    <dgm:pt modelId="{EE7093C7-37ED-F84C-82A0-71C65C08564B}" type="pres">
      <dgm:prSet presAssocID="{EAA1F37D-0B84-9F4C-973B-F4BE7503A8C3}" presName="rootConnector1" presStyleLbl="node1" presStyleIdx="0" presStyleCnt="0"/>
      <dgm:spPr/>
    </dgm:pt>
    <dgm:pt modelId="{CFFF1196-FB34-E042-809A-8C59277F0243}" type="pres">
      <dgm:prSet presAssocID="{EAA1F37D-0B84-9F4C-973B-F4BE7503A8C3}" presName="hierChild2" presStyleCnt="0"/>
      <dgm:spPr/>
    </dgm:pt>
    <dgm:pt modelId="{26CDB645-3809-DB40-9135-036A6BA84F07}" type="pres">
      <dgm:prSet presAssocID="{AAF4F421-CA45-2544-9178-EF6023C40CB1}" presName="Name37" presStyleLbl="parChTrans1D2" presStyleIdx="0" presStyleCnt="2"/>
      <dgm:spPr/>
    </dgm:pt>
    <dgm:pt modelId="{A0121298-18FF-304D-8957-70BB037D5F78}" type="pres">
      <dgm:prSet presAssocID="{8FD4B375-64C1-2F4C-8497-69B6F738EDBC}" presName="hierRoot2" presStyleCnt="0">
        <dgm:presLayoutVars>
          <dgm:hierBranch val="init"/>
        </dgm:presLayoutVars>
      </dgm:prSet>
      <dgm:spPr/>
    </dgm:pt>
    <dgm:pt modelId="{314D9FAE-2BEE-594C-9190-BAC2F8BF006E}" type="pres">
      <dgm:prSet presAssocID="{8FD4B375-64C1-2F4C-8497-69B6F738EDBC}" presName="rootComposite" presStyleCnt="0"/>
      <dgm:spPr/>
    </dgm:pt>
    <dgm:pt modelId="{4B301BF2-80D0-7F4C-BD25-966B12EC0BF8}" type="pres">
      <dgm:prSet presAssocID="{8FD4B375-64C1-2F4C-8497-69B6F738EDBC}" presName="rootText" presStyleLbl="node2" presStyleIdx="0" presStyleCnt="2">
        <dgm:presLayoutVars>
          <dgm:chPref val="3"/>
        </dgm:presLayoutVars>
      </dgm:prSet>
      <dgm:spPr/>
    </dgm:pt>
    <dgm:pt modelId="{888F4C11-9B1D-5D44-8C50-F8BD7956D9E9}" type="pres">
      <dgm:prSet presAssocID="{8FD4B375-64C1-2F4C-8497-69B6F738EDBC}" presName="rootConnector" presStyleLbl="node2" presStyleIdx="0" presStyleCnt="2"/>
      <dgm:spPr/>
    </dgm:pt>
    <dgm:pt modelId="{2854C7DA-CC21-E44D-AF90-9736D18AE637}" type="pres">
      <dgm:prSet presAssocID="{8FD4B375-64C1-2F4C-8497-69B6F738EDBC}" presName="hierChild4" presStyleCnt="0"/>
      <dgm:spPr/>
    </dgm:pt>
    <dgm:pt modelId="{A5EA4BC7-3D9A-A747-8C71-7785B9BD0C8C}" type="pres">
      <dgm:prSet presAssocID="{0159C35F-C37E-BE4D-A8CF-569A9F45E244}" presName="Name37" presStyleLbl="parChTrans1D3" presStyleIdx="0" presStyleCnt="2"/>
      <dgm:spPr/>
    </dgm:pt>
    <dgm:pt modelId="{D291191D-CDBB-F240-A52E-1590A0E13BD2}" type="pres">
      <dgm:prSet presAssocID="{0B148970-40B0-7F4D-AC9C-4BB74F8F1A10}" presName="hierRoot2" presStyleCnt="0">
        <dgm:presLayoutVars>
          <dgm:hierBranch val="init"/>
        </dgm:presLayoutVars>
      </dgm:prSet>
      <dgm:spPr/>
    </dgm:pt>
    <dgm:pt modelId="{1DD83C88-3156-234D-B816-5F161A28FA53}" type="pres">
      <dgm:prSet presAssocID="{0B148970-40B0-7F4D-AC9C-4BB74F8F1A10}" presName="rootComposite" presStyleCnt="0"/>
      <dgm:spPr/>
    </dgm:pt>
    <dgm:pt modelId="{05FDC7E2-7C25-D84A-BE02-D10570DBD6EC}" type="pres">
      <dgm:prSet presAssocID="{0B148970-40B0-7F4D-AC9C-4BB74F8F1A10}" presName="rootText" presStyleLbl="node3" presStyleIdx="0" presStyleCnt="2">
        <dgm:presLayoutVars>
          <dgm:chPref val="3"/>
        </dgm:presLayoutVars>
      </dgm:prSet>
      <dgm:spPr/>
    </dgm:pt>
    <dgm:pt modelId="{A2439895-96E7-924E-9797-49A3884ED6C2}" type="pres">
      <dgm:prSet presAssocID="{0B148970-40B0-7F4D-AC9C-4BB74F8F1A10}" presName="rootConnector" presStyleLbl="node3" presStyleIdx="0" presStyleCnt="2"/>
      <dgm:spPr/>
    </dgm:pt>
    <dgm:pt modelId="{F4CC3A2E-DF2B-9D4D-AAF5-80F581C7C812}" type="pres">
      <dgm:prSet presAssocID="{0B148970-40B0-7F4D-AC9C-4BB74F8F1A10}" presName="hierChild4" presStyleCnt="0"/>
      <dgm:spPr/>
    </dgm:pt>
    <dgm:pt modelId="{58E6088A-C63B-AB40-AD2F-CDEBF14DFD38}" type="pres">
      <dgm:prSet presAssocID="{42D5DC10-F4E0-3B4D-BEE5-D92D0DB70530}" presName="Name37" presStyleLbl="parChTrans1D4" presStyleIdx="0" presStyleCnt="10"/>
      <dgm:spPr/>
    </dgm:pt>
    <dgm:pt modelId="{0C0D42B4-191A-9140-BC55-B0454F0AB1CB}" type="pres">
      <dgm:prSet presAssocID="{D04EF5C4-536F-8546-B07A-DDFA51EAC6FA}" presName="hierRoot2" presStyleCnt="0">
        <dgm:presLayoutVars>
          <dgm:hierBranch val="init"/>
        </dgm:presLayoutVars>
      </dgm:prSet>
      <dgm:spPr/>
    </dgm:pt>
    <dgm:pt modelId="{88A94AAB-4CB6-8543-939F-137B41E510CD}" type="pres">
      <dgm:prSet presAssocID="{D04EF5C4-536F-8546-B07A-DDFA51EAC6FA}" presName="rootComposite" presStyleCnt="0"/>
      <dgm:spPr/>
    </dgm:pt>
    <dgm:pt modelId="{EAF1BD5B-8272-624A-8F33-B60A6D6D7F3F}" type="pres">
      <dgm:prSet presAssocID="{D04EF5C4-536F-8546-B07A-DDFA51EAC6FA}" presName="rootText" presStyleLbl="node4" presStyleIdx="0" presStyleCnt="10">
        <dgm:presLayoutVars>
          <dgm:chPref val="3"/>
        </dgm:presLayoutVars>
      </dgm:prSet>
      <dgm:spPr/>
    </dgm:pt>
    <dgm:pt modelId="{492BA8B7-9323-624C-8FDB-6B54AD13555A}" type="pres">
      <dgm:prSet presAssocID="{D04EF5C4-536F-8546-B07A-DDFA51EAC6FA}" presName="rootConnector" presStyleLbl="node4" presStyleIdx="0" presStyleCnt="10"/>
      <dgm:spPr/>
    </dgm:pt>
    <dgm:pt modelId="{E5C9D9DE-A617-3340-B8F4-597FF3E3306F}" type="pres">
      <dgm:prSet presAssocID="{D04EF5C4-536F-8546-B07A-DDFA51EAC6FA}" presName="hierChild4" presStyleCnt="0"/>
      <dgm:spPr/>
    </dgm:pt>
    <dgm:pt modelId="{2A36E01F-5BCC-874B-9C81-85E7EB15EB14}" type="pres">
      <dgm:prSet presAssocID="{9D35311B-4B2B-3148-B200-322B0B1B9455}" presName="Name37" presStyleLbl="parChTrans1D4" presStyleIdx="1" presStyleCnt="10"/>
      <dgm:spPr/>
    </dgm:pt>
    <dgm:pt modelId="{F3752DF2-DEBB-504B-9CD5-A2964217EDB2}" type="pres">
      <dgm:prSet presAssocID="{888550D0-8842-FB4E-9A05-7935B565681B}" presName="hierRoot2" presStyleCnt="0">
        <dgm:presLayoutVars>
          <dgm:hierBranch val="init"/>
        </dgm:presLayoutVars>
      </dgm:prSet>
      <dgm:spPr/>
    </dgm:pt>
    <dgm:pt modelId="{DD2D548E-DF9E-F940-BA7E-2B915BA46FE6}" type="pres">
      <dgm:prSet presAssocID="{888550D0-8842-FB4E-9A05-7935B565681B}" presName="rootComposite" presStyleCnt="0"/>
      <dgm:spPr/>
    </dgm:pt>
    <dgm:pt modelId="{B0FE2902-EC11-C943-9936-4DD2AAB912FE}" type="pres">
      <dgm:prSet presAssocID="{888550D0-8842-FB4E-9A05-7935B565681B}" presName="rootText" presStyleLbl="node4" presStyleIdx="1" presStyleCnt="10" custScaleX="50370" custLinFactX="-24316" custLinFactNeighborX="-100000" custLinFactNeighborY="15755">
        <dgm:presLayoutVars>
          <dgm:chPref val="3"/>
        </dgm:presLayoutVars>
      </dgm:prSet>
      <dgm:spPr/>
    </dgm:pt>
    <dgm:pt modelId="{760B7EC2-E945-BC4E-9FF9-8A7D05DAC614}" type="pres">
      <dgm:prSet presAssocID="{888550D0-8842-FB4E-9A05-7935B565681B}" presName="rootConnector" presStyleLbl="node4" presStyleIdx="1" presStyleCnt="10"/>
      <dgm:spPr/>
    </dgm:pt>
    <dgm:pt modelId="{F8BC42C4-BD9F-1F46-84E3-63DF6757F459}" type="pres">
      <dgm:prSet presAssocID="{888550D0-8842-FB4E-9A05-7935B565681B}" presName="hierChild4" presStyleCnt="0"/>
      <dgm:spPr/>
    </dgm:pt>
    <dgm:pt modelId="{583BA030-52BE-9840-B5BE-1CC58BC93851}" type="pres">
      <dgm:prSet presAssocID="{888550D0-8842-FB4E-9A05-7935B565681B}" presName="hierChild5" presStyleCnt="0"/>
      <dgm:spPr/>
    </dgm:pt>
    <dgm:pt modelId="{11C5E9F7-2F40-194E-8615-C1EB9F1A0906}" type="pres">
      <dgm:prSet presAssocID="{E695E3A3-D5E2-3842-96AA-B3AEB4F88FB2}" presName="Name37" presStyleLbl="parChTrans1D4" presStyleIdx="2" presStyleCnt="10"/>
      <dgm:spPr/>
    </dgm:pt>
    <dgm:pt modelId="{A602703E-3EFD-A64D-AAF0-D40585D2C1A3}" type="pres">
      <dgm:prSet presAssocID="{345CB405-0909-9A4D-8D46-7887452CE4D4}" presName="hierRoot2" presStyleCnt="0">
        <dgm:presLayoutVars>
          <dgm:hierBranch val="init"/>
        </dgm:presLayoutVars>
      </dgm:prSet>
      <dgm:spPr/>
    </dgm:pt>
    <dgm:pt modelId="{1E73C1A2-DA38-B44B-B254-4490DD5787BA}" type="pres">
      <dgm:prSet presAssocID="{345CB405-0909-9A4D-8D46-7887452CE4D4}" presName="rootComposite" presStyleCnt="0"/>
      <dgm:spPr/>
    </dgm:pt>
    <dgm:pt modelId="{5803D76A-B8D2-6044-B442-FC53B314951A}" type="pres">
      <dgm:prSet presAssocID="{345CB405-0909-9A4D-8D46-7887452CE4D4}" presName="rootText" presStyleLbl="node4" presStyleIdx="2" presStyleCnt="10" custLinFactY="-29023" custLinFactNeighborX="-50501" custLinFactNeighborY="-100000">
        <dgm:presLayoutVars>
          <dgm:chPref val="3"/>
        </dgm:presLayoutVars>
      </dgm:prSet>
      <dgm:spPr/>
    </dgm:pt>
    <dgm:pt modelId="{1F634721-A056-8145-83F7-ED9368E73A24}" type="pres">
      <dgm:prSet presAssocID="{345CB405-0909-9A4D-8D46-7887452CE4D4}" presName="rootConnector" presStyleLbl="node4" presStyleIdx="2" presStyleCnt="10"/>
      <dgm:spPr/>
    </dgm:pt>
    <dgm:pt modelId="{07EF03F9-10D1-DC4E-994C-23EC115009DC}" type="pres">
      <dgm:prSet presAssocID="{345CB405-0909-9A4D-8D46-7887452CE4D4}" presName="hierChild4" presStyleCnt="0"/>
      <dgm:spPr/>
    </dgm:pt>
    <dgm:pt modelId="{EEACB17C-E21F-B14A-BBC4-DE37CBC7D7CF}" type="pres">
      <dgm:prSet presAssocID="{345CB405-0909-9A4D-8D46-7887452CE4D4}" presName="hierChild5" presStyleCnt="0"/>
      <dgm:spPr/>
    </dgm:pt>
    <dgm:pt modelId="{9152C576-0C05-DB4A-8A71-580AFF4E78A0}" type="pres">
      <dgm:prSet presAssocID="{D04EF5C4-536F-8546-B07A-DDFA51EAC6FA}" presName="hierChild5" presStyleCnt="0"/>
      <dgm:spPr/>
    </dgm:pt>
    <dgm:pt modelId="{50009558-39D0-4B4A-A1BC-3880455319AD}" type="pres">
      <dgm:prSet presAssocID="{95F5E7A0-6CAF-FA47-9F4B-2F0CA89EA30F}" presName="Name37" presStyleLbl="parChTrans1D4" presStyleIdx="3" presStyleCnt="10"/>
      <dgm:spPr/>
    </dgm:pt>
    <dgm:pt modelId="{9A787FCB-3F4B-7643-97DF-AC78060C4F91}" type="pres">
      <dgm:prSet presAssocID="{D785D6A2-08FB-EE44-8138-5E1392D53FC2}" presName="hierRoot2" presStyleCnt="0">
        <dgm:presLayoutVars>
          <dgm:hierBranch val="init"/>
        </dgm:presLayoutVars>
      </dgm:prSet>
      <dgm:spPr/>
    </dgm:pt>
    <dgm:pt modelId="{18EAE285-8628-5042-8699-9B2EFF15D0B7}" type="pres">
      <dgm:prSet presAssocID="{D785D6A2-08FB-EE44-8138-5E1392D53FC2}" presName="rootComposite" presStyleCnt="0"/>
      <dgm:spPr/>
    </dgm:pt>
    <dgm:pt modelId="{982D3634-5107-6940-8FDB-628F1483A002}" type="pres">
      <dgm:prSet presAssocID="{D785D6A2-08FB-EE44-8138-5E1392D53FC2}" presName="rootText" presStyleLbl="node4" presStyleIdx="3" presStyleCnt="10">
        <dgm:presLayoutVars>
          <dgm:chPref val="3"/>
        </dgm:presLayoutVars>
      </dgm:prSet>
      <dgm:spPr/>
    </dgm:pt>
    <dgm:pt modelId="{C62EB837-360B-2046-9479-11E1287137EB}" type="pres">
      <dgm:prSet presAssocID="{D785D6A2-08FB-EE44-8138-5E1392D53FC2}" presName="rootConnector" presStyleLbl="node4" presStyleIdx="3" presStyleCnt="10"/>
      <dgm:spPr/>
    </dgm:pt>
    <dgm:pt modelId="{1053BD97-4757-F84F-830D-5FE9CC5557D6}" type="pres">
      <dgm:prSet presAssocID="{D785D6A2-08FB-EE44-8138-5E1392D53FC2}" presName="hierChild4" presStyleCnt="0"/>
      <dgm:spPr/>
    </dgm:pt>
    <dgm:pt modelId="{C1AB6C97-92BA-0D49-A1D4-55175BDB65DB}" type="pres">
      <dgm:prSet presAssocID="{4141133B-CAE6-0B44-A3D6-737CCFD6871C}" presName="Name37" presStyleLbl="parChTrans1D4" presStyleIdx="4" presStyleCnt="10"/>
      <dgm:spPr/>
    </dgm:pt>
    <dgm:pt modelId="{E45AA944-1F4A-A846-ABB2-E138D3AEF534}" type="pres">
      <dgm:prSet presAssocID="{CF14E261-227C-2E44-813B-CF15A77F7EB8}" presName="hierRoot2" presStyleCnt="0">
        <dgm:presLayoutVars>
          <dgm:hierBranch val="init"/>
        </dgm:presLayoutVars>
      </dgm:prSet>
      <dgm:spPr/>
    </dgm:pt>
    <dgm:pt modelId="{AB63ED2A-B52F-144C-8A8B-9CB53D29C1A6}" type="pres">
      <dgm:prSet presAssocID="{CF14E261-227C-2E44-813B-CF15A77F7EB8}" presName="rootComposite" presStyleCnt="0"/>
      <dgm:spPr/>
    </dgm:pt>
    <dgm:pt modelId="{3642AAB3-1524-7D42-B27A-A6CAC36BDC9E}" type="pres">
      <dgm:prSet presAssocID="{CF14E261-227C-2E44-813B-CF15A77F7EB8}" presName="rootText" presStyleLbl="node4" presStyleIdx="4" presStyleCnt="10" custScaleX="52660" custLinFactNeighborX="-61758" custLinFactNeighborY="15000">
        <dgm:presLayoutVars>
          <dgm:chPref val="3"/>
        </dgm:presLayoutVars>
      </dgm:prSet>
      <dgm:spPr/>
    </dgm:pt>
    <dgm:pt modelId="{84559902-EFB6-824E-B398-07D27A2D579A}" type="pres">
      <dgm:prSet presAssocID="{CF14E261-227C-2E44-813B-CF15A77F7EB8}" presName="rootConnector" presStyleLbl="node4" presStyleIdx="4" presStyleCnt="10"/>
      <dgm:spPr/>
    </dgm:pt>
    <dgm:pt modelId="{08360645-7987-974A-964B-AD471052E9B8}" type="pres">
      <dgm:prSet presAssocID="{CF14E261-227C-2E44-813B-CF15A77F7EB8}" presName="hierChild4" presStyleCnt="0"/>
      <dgm:spPr/>
    </dgm:pt>
    <dgm:pt modelId="{DDD4B2AF-7A4B-4641-AFAE-60D8E07CFEBA}" type="pres">
      <dgm:prSet presAssocID="{CF14E261-227C-2E44-813B-CF15A77F7EB8}" presName="hierChild5" presStyleCnt="0"/>
      <dgm:spPr/>
    </dgm:pt>
    <dgm:pt modelId="{CB75E181-EC22-6448-83DE-3596B4F6BED3}" type="pres">
      <dgm:prSet presAssocID="{EAD6FB06-3950-154A-B499-110DEBCD5AFE}" presName="Name37" presStyleLbl="parChTrans1D4" presStyleIdx="5" presStyleCnt="10"/>
      <dgm:spPr/>
    </dgm:pt>
    <dgm:pt modelId="{3032EC62-C80B-6446-86D5-FAD42AC69B9F}" type="pres">
      <dgm:prSet presAssocID="{9D493072-FA31-2047-B802-5526B940011E}" presName="hierRoot2" presStyleCnt="0">
        <dgm:presLayoutVars>
          <dgm:hierBranch val="init"/>
        </dgm:presLayoutVars>
      </dgm:prSet>
      <dgm:spPr/>
    </dgm:pt>
    <dgm:pt modelId="{8F62EA8D-F358-AF4B-AEB2-8D220E82D658}" type="pres">
      <dgm:prSet presAssocID="{9D493072-FA31-2047-B802-5526B940011E}" presName="rootComposite" presStyleCnt="0"/>
      <dgm:spPr/>
    </dgm:pt>
    <dgm:pt modelId="{EAA5BE5B-6E9C-AF4C-BFE9-AFF03BEC29A0}" type="pres">
      <dgm:prSet presAssocID="{9D493072-FA31-2047-B802-5526B940011E}" presName="rootText" presStyleLbl="node4" presStyleIdx="5" presStyleCnt="10" custScaleX="75456" custLinFactY="-27000" custLinFactNeighborX="13938" custLinFactNeighborY="-100000">
        <dgm:presLayoutVars>
          <dgm:chPref val="3"/>
        </dgm:presLayoutVars>
      </dgm:prSet>
      <dgm:spPr/>
    </dgm:pt>
    <dgm:pt modelId="{88F70730-B732-2141-BEA9-938B936CCEC4}" type="pres">
      <dgm:prSet presAssocID="{9D493072-FA31-2047-B802-5526B940011E}" presName="rootConnector" presStyleLbl="node4" presStyleIdx="5" presStyleCnt="10"/>
      <dgm:spPr/>
    </dgm:pt>
    <dgm:pt modelId="{1944D0F5-B753-5C43-8702-F1C3503CEADE}" type="pres">
      <dgm:prSet presAssocID="{9D493072-FA31-2047-B802-5526B940011E}" presName="hierChild4" presStyleCnt="0"/>
      <dgm:spPr/>
    </dgm:pt>
    <dgm:pt modelId="{15B15B64-3EAC-114F-8C37-8F4A59EC493C}" type="pres">
      <dgm:prSet presAssocID="{9D493072-FA31-2047-B802-5526B940011E}" presName="hierChild5" presStyleCnt="0"/>
      <dgm:spPr/>
    </dgm:pt>
    <dgm:pt modelId="{CE576E1A-456A-D340-A59F-D2DE130C56F2}" type="pres">
      <dgm:prSet presAssocID="{D785D6A2-08FB-EE44-8138-5E1392D53FC2}" presName="hierChild5" presStyleCnt="0"/>
      <dgm:spPr/>
    </dgm:pt>
    <dgm:pt modelId="{ACEE0B95-E11C-294D-9B0D-9037E0E31C7F}" type="pres">
      <dgm:prSet presAssocID="{0B148970-40B0-7F4D-AC9C-4BB74F8F1A10}" presName="hierChild5" presStyleCnt="0"/>
      <dgm:spPr/>
    </dgm:pt>
    <dgm:pt modelId="{0CE9FC8A-2FBA-AE45-ABC6-80071F11C208}" type="pres">
      <dgm:prSet presAssocID="{4446B201-D128-CB41-A1D6-D2E1995F7E1A}" presName="Name37" presStyleLbl="parChTrans1D3" presStyleIdx="1" presStyleCnt="2"/>
      <dgm:spPr/>
    </dgm:pt>
    <dgm:pt modelId="{70BE095A-521A-FF4E-8C34-B1EADA0DB33A}" type="pres">
      <dgm:prSet presAssocID="{C32967D8-A29C-A84C-8239-B45164EBEA9C}" presName="hierRoot2" presStyleCnt="0">
        <dgm:presLayoutVars>
          <dgm:hierBranch val="init"/>
        </dgm:presLayoutVars>
      </dgm:prSet>
      <dgm:spPr/>
    </dgm:pt>
    <dgm:pt modelId="{4CAD4D82-E38D-904B-A71E-E7AE0C4FECB1}" type="pres">
      <dgm:prSet presAssocID="{C32967D8-A29C-A84C-8239-B45164EBEA9C}" presName="rootComposite" presStyleCnt="0"/>
      <dgm:spPr/>
    </dgm:pt>
    <dgm:pt modelId="{CC9B6C4E-6A56-3448-BF04-AAFDD7202FB7}" type="pres">
      <dgm:prSet presAssocID="{C32967D8-A29C-A84C-8239-B45164EBEA9C}" presName="rootText" presStyleLbl="node3" presStyleIdx="1" presStyleCnt="2">
        <dgm:presLayoutVars>
          <dgm:chPref val="3"/>
        </dgm:presLayoutVars>
      </dgm:prSet>
      <dgm:spPr/>
    </dgm:pt>
    <dgm:pt modelId="{46B79C93-DD25-0044-8136-7233B7901E09}" type="pres">
      <dgm:prSet presAssocID="{C32967D8-A29C-A84C-8239-B45164EBEA9C}" presName="rootConnector" presStyleLbl="node3" presStyleIdx="1" presStyleCnt="2"/>
      <dgm:spPr/>
    </dgm:pt>
    <dgm:pt modelId="{DA7EE8CD-2228-D140-9D09-96F669A2F41A}" type="pres">
      <dgm:prSet presAssocID="{C32967D8-A29C-A84C-8239-B45164EBEA9C}" presName="hierChild4" presStyleCnt="0"/>
      <dgm:spPr/>
    </dgm:pt>
    <dgm:pt modelId="{EC4FD89F-FAFD-A548-AAEE-28975B77A70C}" type="pres">
      <dgm:prSet presAssocID="{6A909FEE-0142-E441-BF0F-7ED3A73984D2}" presName="Name37" presStyleLbl="parChTrans1D4" presStyleIdx="6" presStyleCnt="10"/>
      <dgm:spPr/>
    </dgm:pt>
    <dgm:pt modelId="{1C7D2B68-33ED-8545-984B-E497A277D9D7}" type="pres">
      <dgm:prSet presAssocID="{613D4BE8-05D0-174F-AECA-928E56B8A8E3}" presName="hierRoot2" presStyleCnt="0">
        <dgm:presLayoutVars>
          <dgm:hierBranch val="init"/>
        </dgm:presLayoutVars>
      </dgm:prSet>
      <dgm:spPr/>
    </dgm:pt>
    <dgm:pt modelId="{0DC74FDD-2FEC-2643-8DA1-77B324F01BCD}" type="pres">
      <dgm:prSet presAssocID="{613D4BE8-05D0-174F-AECA-928E56B8A8E3}" presName="rootComposite" presStyleCnt="0"/>
      <dgm:spPr/>
    </dgm:pt>
    <dgm:pt modelId="{E27A8EFE-41E8-5545-AFC7-DD1DA77398F2}" type="pres">
      <dgm:prSet presAssocID="{613D4BE8-05D0-174F-AECA-928E56B8A8E3}" presName="rootText" presStyleLbl="node4" presStyleIdx="6" presStyleCnt="10">
        <dgm:presLayoutVars>
          <dgm:chPref val="3"/>
        </dgm:presLayoutVars>
      </dgm:prSet>
      <dgm:spPr/>
    </dgm:pt>
    <dgm:pt modelId="{ACE3748F-BEB9-7143-8330-2E2B185C0C5D}" type="pres">
      <dgm:prSet presAssocID="{613D4BE8-05D0-174F-AECA-928E56B8A8E3}" presName="rootConnector" presStyleLbl="node4" presStyleIdx="6" presStyleCnt="10"/>
      <dgm:spPr/>
    </dgm:pt>
    <dgm:pt modelId="{872FCEA2-749B-2042-B123-913B18682977}" type="pres">
      <dgm:prSet presAssocID="{613D4BE8-05D0-174F-AECA-928E56B8A8E3}" presName="hierChild4" presStyleCnt="0"/>
      <dgm:spPr/>
    </dgm:pt>
    <dgm:pt modelId="{2648B994-DF50-A44A-8039-E1DDC71344B9}" type="pres">
      <dgm:prSet presAssocID="{AE9BD7B0-61CC-9347-A337-B86608BABB42}" presName="Name37" presStyleLbl="parChTrans1D4" presStyleIdx="7" presStyleCnt="10"/>
      <dgm:spPr/>
    </dgm:pt>
    <dgm:pt modelId="{913F88E1-C62A-C944-BD8C-664EE134944B}" type="pres">
      <dgm:prSet presAssocID="{2DAA3C65-5722-7540-8C97-FA04F7130FB8}" presName="hierRoot2" presStyleCnt="0">
        <dgm:presLayoutVars>
          <dgm:hierBranch val="init"/>
        </dgm:presLayoutVars>
      </dgm:prSet>
      <dgm:spPr/>
    </dgm:pt>
    <dgm:pt modelId="{E086E7EF-79CB-824A-97E9-748FECD1BC0D}" type="pres">
      <dgm:prSet presAssocID="{2DAA3C65-5722-7540-8C97-FA04F7130FB8}" presName="rootComposite" presStyleCnt="0"/>
      <dgm:spPr/>
    </dgm:pt>
    <dgm:pt modelId="{6A86A2E1-EFA4-3742-A9B0-E9C356EE5180}" type="pres">
      <dgm:prSet presAssocID="{2DAA3C65-5722-7540-8C97-FA04F7130FB8}" presName="rootText" presStyleLbl="node4" presStyleIdx="7" presStyleCnt="10" custLinFactNeighborX="-15470" custLinFactNeighborY="15000">
        <dgm:presLayoutVars>
          <dgm:chPref val="3"/>
        </dgm:presLayoutVars>
      </dgm:prSet>
      <dgm:spPr/>
    </dgm:pt>
    <dgm:pt modelId="{93D48ECF-54A5-2D44-A004-E6FDFE2CC2FE}" type="pres">
      <dgm:prSet presAssocID="{2DAA3C65-5722-7540-8C97-FA04F7130FB8}" presName="rootConnector" presStyleLbl="node4" presStyleIdx="7" presStyleCnt="10"/>
      <dgm:spPr/>
    </dgm:pt>
    <dgm:pt modelId="{352164BF-15C7-D64D-AE04-9955DDE7FCDC}" type="pres">
      <dgm:prSet presAssocID="{2DAA3C65-5722-7540-8C97-FA04F7130FB8}" presName="hierChild4" presStyleCnt="0"/>
      <dgm:spPr/>
    </dgm:pt>
    <dgm:pt modelId="{E6B1395C-AC76-5349-B010-3499CD445879}" type="pres">
      <dgm:prSet presAssocID="{2DAA3C65-5722-7540-8C97-FA04F7130FB8}" presName="hierChild5" presStyleCnt="0"/>
      <dgm:spPr/>
    </dgm:pt>
    <dgm:pt modelId="{9408A102-B9A8-B247-AE52-0124C063EC0B}" type="pres">
      <dgm:prSet presAssocID="{613D4BE8-05D0-174F-AECA-928E56B8A8E3}" presName="hierChild5" presStyleCnt="0"/>
      <dgm:spPr/>
    </dgm:pt>
    <dgm:pt modelId="{FC9EB3B4-B6FE-1445-A967-5C594F1F621E}" type="pres">
      <dgm:prSet presAssocID="{F879B654-2093-2945-959A-CE7E5B8428E8}" presName="Name37" presStyleLbl="parChTrans1D4" presStyleIdx="8" presStyleCnt="10"/>
      <dgm:spPr/>
    </dgm:pt>
    <dgm:pt modelId="{876B50D4-F1C5-914D-8850-E62CDA7B3835}" type="pres">
      <dgm:prSet presAssocID="{7D7C17F0-3450-1D42-BB5F-47566AE0E642}" presName="hierRoot2" presStyleCnt="0">
        <dgm:presLayoutVars>
          <dgm:hierBranch val="init"/>
        </dgm:presLayoutVars>
      </dgm:prSet>
      <dgm:spPr/>
    </dgm:pt>
    <dgm:pt modelId="{80708B59-E945-1142-88F7-AA7DF0CA10EB}" type="pres">
      <dgm:prSet presAssocID="{7D7C17F0-3450-1D42-BB5F-47566AE0E642}" presName="rootComposite" presStyleCnt="0"/>
      <dgm:spPr/>
    </dgm:pt>
    <dgm:pt modelId="{22CF810F-B237-4142-834E-0563005FDBF0}" type="pres">
      <dgm:prSet presAssocID="{7D7C17F0-3450-1D42-BB5F-47566AE0E642}" presName="rootText" presStyleLbl="node4" presStyleIdx="8" presStyleCnt="10">
        <dgm:presLayoutVars>
          <dgm:chPref val="3"/>
        </dgm:presLayoutVars>
      </dgm:prSet>
      <dgm:spPr/>
    </dgm:pt>
    <dgm:pt modelId="{9D8DF3DD-7963-3149-98E4-4DE0197E4D1D}" type="pres">
      <dgm:prSet presAssocID="{7D7C17F0-3450-1D42-BB5F-47566AE0E642}" presName="rootConnector" presStyleLbl="node4" presStyleIdx="8" presStyleCnt="10"/>
      <dgm:spPr/>
    </dgm:pt>
    <dgm:pt modelId="{F01F7FBE-FFAA-2144-95D0-CD978B897AD8}" type="pres">
      <dgm:prSet presAssocID="{7D7C17F0-3450-1D42-BB5F-47566AE0E642}" presName="hierChild4" presStyleCnt="0"/>
      <dgm:spPr/>
    </dgm:pt>
    <dgm:pt modelId="{31EED1AB-EBD2-DE4E-99CD-9DAA967F0076}" type="pres">
      <dgm:prSet presAssocID="{F880B03D-1AA4-124B-BD93-EBE9C62B87B3}" presName="Name37" presStyleLbl="parChTrans1D4" presStyleIdx="9" presStyleCnt="10"/>
      <dgm:spPr/>
    </dgm:pt>
    <dgm:pt modelId="{FE90D85E-6F55-F843-B237-38B82BD07FE0}" type="pres">
      <dgm:prSet presAssocID="{C263FCEF-8F9A-4044-AFCA-B0BE5370ADE5}" presName="hierRoot2" presStyleCnt="0">
        <dgm:presLayoutVars>
          <dgm:hierBranch val="init"/>
        </dgm:presLayoutVars>
      </dgm:prSet>
      <dgm:spPr/>
    </dgm:pt>
    <dgm:pt modelId="{1967D509-640C-3543-8A90-ACBD00168641}" type="pres">
      <dgm:prSet presAssocID="{C263FCEF-8F9A-4044-AFCA-B0BE5370ADE5}" presName="rootComposite" presStyleCnt="0"/>
      <dgm:spPr/>
    </dgm:pt>
    <dgm:pt modelId="{591D7854-9DC8-1543-B84E-06668C267621}" type="pres">
      <dgm:prSet presAssocID="{C263FCEF-8F9A-4044-AFCA-B0BE5370ADE5}" presName="rootText" presStyleLbl="node4" presStyleIdx="9" presStyleCnt="10" custLinFactNeighborX="-12953" custLinFactNeighborY="15755">
        <dgm:presLayoutVars>
          <dgm:chPref val="3"/>
        </dgm:presLayoutVars>
      </dgm:prSet>
      <dgm:spPr/>
    </dgm:pt>
    <dgm:pt modelId="{43EA32DE-1389-F249-ACBB-5318A0FA2E3F}" type="pres">
      <dgm:prSet presAssocID="{C263FCEF-8F9A-4044-AFCA-B0BE5370ADE5}" presName="rootConnector" presStyleLbl="node4" presStyleIdx="9" presStyleCnt="10"/>
      <dgm:spPr/>
    </dgm:pt>
    <dgm:pt modelId="{EF9C69EF-16F8-C14B-B2ED-D0C0FFFC6223}" type="pres">
      <dgm:prSet presAssocID="{C263FCEF-8F9A-4044-AFCA-B0BE5370ADE5}" presName="hierChild4" presStyleCnt="0"/>
      <dgm:spPr/>
    </dgm:pt>
    <dgm:pt modelId="{77167D29-B4B0-1A40-984A-5AA98DD21231}" type="pres">
      <dgm:prSet presAssocID="{C263FCEF-8F9A-4044-AFCA-B0BE5370ADE5}" presName="hierChild5" presStyleCnt="0"/>
      <dgm:spPr/>
    </dgm:pt>
    <dgm:pt modelId="{FDA7F440-294D-1942-8ED1-814EAF3BD9CD}" type="pres">
      <dgm:prSet presAssocID="{7D7C17F0-3450-1D42-BB5F-47566AE0E642}" presName="hierChild5" presStyleCnt="0"/>
      <dgm:spPr/>
    </dgm:pt>
    <dgm:pt modelId="{1D8E4F94-8226-B844-9198-3A66BC4888F2}" type="pres">
      <dgm:prSet presAssocID="{C32967D8-A29C-A84C-8239-B45164EBEA9C}" presName="hierChild5" presStyleCnt="0"/>
      <dgm:spPr/>
    </dgm:pt>
    <dgm:pt modelId="{D288B058-E70F-1B42-B5B8-1C89AE50BF97}" type="pres">
      <dgm:prSet presAssocID="{8FD4B375-64C1-2F4C-8497-69B6F738EDBC}" presName="hierChild5" presStyleCnt="0"/>
      <dgm:spPr/>
    </dgm:pt>
    <dgm:pt modelId="{CE93E2F7-0C0E-0C4E-9E9D-A0220B8D9C4A}" type="pres">
      <dgm:prSet presAssocID="{4F012270-CCEF-554C-B4E0-47D04C89AB1A}" presName="Name37" presStyleLbl="parChTrans1D2" presStyleIdx="1" presStyleCnt="2"/>
      <dgm:spPr/>
    </dgm:pt>
    <dgm:pt modelId="{ECDA9697-0109-7244-9836-4F8850A7586B}" type="pres">
      <dgm:prSet presAssocID="{59DE22B5-E483-A446-AD91-036323229B2B}" presName="hierRoot2" presStyleCnt="0">
        <dgm:presLayoutVars>
          <dgm:hierBranch val="init"/>
        </dgm:presLayoutVars>
      </dgm:prSet>
      <dgm:spPr/>
    </dgm:pt>
    <dgm:pt modelId="{2365339A-FEF6-784E-8D8D-BB9F9971747E}" type="pres">
      <dgm:prSet presAssocID="{59DE22B5-E483-A446-AD91-036323229B2B}" presName="rootComposite" presStyleCnt="0"/>
      <dgm:spPr/>
    </dgm:pt>
    <dgm:pt modelId="{DA8A85C5-861E-8843-B270-568A1CAC6F77}" type="pres">
      <dgm:prSet presAssocID="{59DE22B5-E483-A446-AD91-036323229B2B}" presName="rootText" presStyleLbl="node2" presStyleIdx="1" presStyleCnt="2">
        <dgm:presLayoutVars>
          <dgm:chPref val="3"/>
        </dgm:presLayoutVars>
      </dgm:prSet>
      <dgm:spPr/>
    </dgm:pt>
    <dgm:pt modelId="{53A766B0-8C15-9D4F-80C7-25DE031392A0}" type="pres">
      <dgm:prSet presAssocID="{59DE22B5-E483-A446-AD91-036323229B2B}" presName="rootConnector" presStyleLbl="node2" presStyleIdx="1" presStyleCnt="2"/>
      <dgm:spPr/>
    </dgm:pt>
    <dgm:pt modelId="{C4B31596-7F1E-914C-9B62-EA4BAF83F82B}" type="pres">
      <dgm:prSet presAssocID="{59DE22B5-E483-A446-AD91-036323229B2B}" presName="hierChild4" presStyleCnt="0"/>
      <dgm:spPr/>
    </dgm:pt>
    <dgm:pt modelId="{3D4632E8-23A2-7749-A53A-8989B1731BE0}" type="pres">
      <dgm:prSet presAssocID="{59DE22B5-E483-A446-AD91-036323229B2B}" presName="hierChild5" presStyleCnt="0"/>
      <dgm:spPr/>
    </dgm:pt>
    <dgm:pt modelId="{6CC1E698-3CAB-2841-AAEB-D0A0B3428E43}" type="pres">
      <dgm:prSet presAssocID="{EAA1F37D-0B84-9F4C-973B-F4BE7503A8C3}" presName="hierChild3" presStyleCnt="0"/>
      <dgm:spPr/>
    </dgm:pt>
  </dgm:ptLst>
  <dgm:cxnLst>
    <dgm:cxn modelId="{71F6F600-F399-FB47-8284-05A66F4227D9}" type="presOf" srcId="{8FD4B375-64C1-2F4C-8497-69B6F738EDBC}" destId="{888F4C11-9B1D-5D44-8C50-F8BD7956D9E9}" srcOrd="1" destOrd="0" presId="urn:microsoft.com/office/officeart/2005/8/layout/orgChart1"/>
    <dgm:cxn modelId="{D6689303-39B5-D546-B5F1-4C8B36CBB82D}" type="presOf" srcId="{C263FCEF-8F9A-4044-AFCA-B0BE5370ADE5}" destId="{591D7854-9DC8-1543-B84E-06668C267621}" srcOrd="0" destOrd="0" presId="urn:microsoft.com/office/officeart/2005/8/layout/orgChart1"/>
    <dgm:cxn modelId="{911E4B05-02E3-5C46-A65A-F5BAFBB52FB2}" srcId="{613D4BE8-05D0-174F-AECA-928E56B8A8E3}" destId="{2DAA3C65-5722-7540-8C97-FA04F7130FB8}" srcOrd="0" destOrd="0" parTransId="{AE9BD7B0-61CC-9347-A337-B86608BABB42}" sibTransId="{895B4CFE-567C-9F47-A28D-D9188ABBC78E}"/>
    <dgm:cxn modelId="{1BB8FB10-A871-2B40-9190-22F931B2F1BB}" srcId="{D785D6A2-08FB-EE44-8138-5E1392D53FC2}" destId="{9D493072-FA31-2047-B802-5526B940011E}" srcOrd="1" destOrd="0" parTransId="{EAD6FB06-3950-154A-B499-110DEBCD5AFE}" sibTransId="{F6978A99-4332-FE4E-840A-549E3C4ACA8B}"/>
    <dgm:cxn modelId="{B75BFA11-F732-0C40-AC5C-6BEB425E7B1F}" type="presOf" srcId="{CF14E261-227C-2E44-813B-CF15A77F7EB8}" destId="{3642AAB3-1524-7D42-B27A-A6CAC36BDC9E}" srcOrd="0" destOrd="0" presId="urn:microsoft.com/office/officeart/2005/8/layout/orgChart1"/>
    <dgm:cxn modelId="{CF5ECF14-0385-6B43-9A7E-3867DD276709}" type="presOf" srcId="{EAA1F37D-0B84-9F4C-973B-F4BE7503A8C3}" destId="{5960278E-DAF1-FD49-B296-8AE2DE69988F}" srcOrd="0" destOrd="0" presId="urn:microsoft.com/office/officeart/2005/8/layout/orgChart1"/>
    <dgm:cxn modelId="{F4AC4315-1A91-304B-8C57-AAD1531EBC97}" type="presOf" srcId="{C32967D8-A29C-A84C-8239-B45164EBEA9C}" destId="{CC9B6C4E-6A56-3448-BF04-AAFDD7202FB7}" srcOrd="0" destOrd="0" presId="urn:microsoft.com/office/officeart/2005/8/layout/orgChart1"/>
    <dgm:cxn modelId="{808DE51C-C09B-924C-8C58-F805B54C4AF5}" type="presOf" srcId="{345CB405-0909-9A4D-8D46-7887452CE4D4}" destId="{5803D76A-B8D2-6044-B442-FC53B314951A}" srcOrd="0" destOrd="0" presId="urn:microsoft.com/office/officeart/2005/8/layout/orgChart1"/>
    <dgm:cxn modelId="{33229F26-C976-D243-8EA2-CA472A4A912F}" srcId="{D785D6A2-08FB-EE44-8138-5E1392D53FC2}" destId="{CF14E261-227C-2E44-813B-CF15A77F7EB8}" srcOrd="0" destOrd="0" parTransId="{4141133B-CAE6-0B44-A3D6-737CCFD6871C}" sibTransId="{B91E2527-06C1-6243-BEF6-3A32456764FE}"/>
    <dgm:cxn modelId="{65426031-BC45-CD40-BA7F-66FC24793832}" type="presOf" srcId="{0B148970-40B0-7F4D-AC9C-4BB74F8F1A10}" destId="{A2439895-96E7-924E-9797-49A3884ED6C2}" srcOrd="1" destOrd="0" presId="urn:microsoft.com/office/officeart/2005/8/layout/orgChart1"/>
    <dgm:cxn modelId="{BE5ECA32-634A-494E-B0D1-C53D37A38718}" type="presOf" srcId="{C32967D8-A29C-A84C-8239-B45164EBEA9C}" destId="{46B79C93-DD25-0044-8136-7233B7901E09}" srcOrd="1" destOrd="0" presId="urn:microsoft.com/office/officeart/2005/8/layout/orgChart1"/>
    <dgm:cxn modelId="{FE40F139-E190-1D49-B5A0-B2A20762EF90}" type="presOf" srcId="{EAA1F37D-0B84-9F4C-973B-F4BE7503A8C3}" destId="{EE7093C7-37ED-F84C-82A0-71C65C08564B}" srcOrd="1" destOrd="0" presId="urn:microsoft.com/office/officeart/2005/8/layout/orgChart1"/>
    <dgm:cxn modelId="{B8BD133F-85FC-CF4C-A1F9-5D843733F381}" type="presOf" srcId="{0159C35F-C37E-BE4D-A8CF-569A9F45E244}" destId="{A5EA4BC7-3D9A-A747-8C71-7785B9BD0C8C}" srcOrd="0" destOrd="0" presId="urn:microsoft.com/office/officeart/2005/8/layout/orgChart1"/>
    <dgm:cxn modelId="{4CE53942-7E98-564B-B10A-D8EB13015FB9}" srcId="{7D7C17F0-3450-1D42-BB5F-47566AE0E642}" destId="{C263FCEF-8F9A-4044-AFCA-B0BE5370ADE5}" srcOrd="0" destOrd="0" parTransId="{F880B03D-1AA4-124B-BD93-EBE9C62B87B3}" sibTransId="{072BB609-1FE6-2F4B-A03C-5ADB58DC5EAC}"/>
    <dgm:cxn modelId="{6593994A-F3D5-AF42-974C-AFEA14606308}" type="presOf" srcId="{D785D6A2-08FB-EE44-8138-5E1392D53FC2}" destId="{982D3634-5107-6940-8FDB-628F1483A002}" srcOrd="0" destOrd="0" presId="urn:microsoft.com/office/officeart/2005/8/layout/orgChart1"/>
    <dgm:cxn modelId="{B07C704B-9829-AF42-917D-B5C0ED49BC2A}" type="presOf" srcId="{2DAA3C65-5722-7540-8C97-FA04F7130FB8}" destId="{93D48ECF-54A5-2D44-A004-E6FDFE2CC2FE}" srcOrd="1" destOrd="0" presId="urn:microsoft.com/office/officeart/2005/8/layout/orgChart1"/>
    <dgm:cxn modelId="{7BA3344F-BCB2-1A46-BC9E-0EEDE8DD254F}" srcId="{C32967D8-A29C-A84C-8239-B45164EBEA9C}" destId="{613D4BE8-05D0-174F-AECA-928E56B8A8E3}" srcOrd="0" destOrd="0" parTransId="{6A909FEE-0142-E441-BF0F-7ED3A73984D2}" sibTransId="{A3A40D4B-69D4-6544-8E32-7ED9DB61CBD7}"/>
    <dgm:cxn modelId="{DA77994F-8A4F-F44A-82F7-212F6C2A9A9A}" type="presOf" srcId="{AAF4F421-CA45-2544-9178-EF6023C40CB1}" destId="{26CDB645-3809-DB40-9135-036A6BA84F07}" srcOrd="0" destOrd="0" presId="urn:microsoft.com/office/officeart/2005/8/layout/orgChart1"/>
    <dgm:cxn modelId="{B15A275E-1EA0-3342-8D4B-DA34B7D1FD6A}" type="presOf" srcId="{D785D6A2-08FB-EE44-8138-5E1392D53FC2}" destId="{C62EB837-360B-2046-9479-11E1287137EB}" srcOrd="1" destOrd="0" presId="urn:microsoft.com/office/officeart/2005/8/layout/orgChart1"/>
    <dgm:cxn modelId="{FC5C8F64-B173-A14E-8DC4-6CC226E964AB}" type="presOf" srcId="{6A909FEE-0142-E441-BF0F-7ED3A73984D2}" destId="{EC4FD89F-FAFD-A548-AAEE-28975B77A70C}" srcOrd="0" destOrd="0" presId="urn:microsoft.com/office/officeart/2005/8/layout/orgChart1"/>
    <dgm:cxn modelId="{DDAFDA68-7E06-944D-925A-940E1271FCB7}" srcId="{8FD4B375-64C1-2F4C-8497-69B6F738EDBC}" destId="{0B148970-40B0-7F4D-AC9C-4BB74F8F1A10}" srcOrd="0" destOrd="0" parTransId="{0159C35F-C37E-BE4D-A8CF-569A9F45E244}" sibTransId="{5180155B-2199-2A45-B19D-106F471EC7D5}"/>
    <dgm:cxn modelId="{2E41F76A-4952-3442-97F0-401CD550499E}" type="presOf" srcId="{4446B201-D128-CB41-A1D6-D2E1995F7E1A}" destId="{0CE9FC8A-2FBA-AE45-ABC6-80071F11C208}" srcOrd="0" destOrd="0" presId="urn:microsoft.com/office/officeart/2005/8/layout/orgChart1"/>
    <dgm:cxn modelId="{2254D16E-5F8F-1543-B3B6-731CB60F544C}" type="presOf" srcId="{345CB405-0909-9A4D-8D46-7887452CE4D4}" destId="{1F634721-A056-8145-83F7-ED9368E73A24}" srcOrd="1" destOrd="0" presId="urn:microsoft.com/office/officeart/2005/8/layout/orgChart1"/>
    <dgm:cxn modelId="{E377CE70-18D0-754F-8BCE-80B3BF5B7700}" srcId="{FF023897-8CE7-A542-9B3E-0177DB1845A3}" destId="{EAA1F37D-0B84-9F4C-973B-F4BE7503A8C3}" srcOrd="0" destOrd="0" parTransId="{E1892F03-B5B4-1246-BCB4-BDB57CA4FBC5}" sibTransId="{EB87B841-D00C-8A4C-A0E6-5FEB4249C1AD}"/>
    <dgm:cxn modelId="{C18C7F74-1E4F-8942-9286-138EB3249B5C}" srcId="{8FD4B375-64C1-2F4C-8497-69B6F738EDBC}" destId="{C32967D8-A29C-A84C-8239-B45164EBEA9C}" srcOrd="1" destOrd="0" parTransId="{4446B201-D128-CB41-A1D6-D2E1995F7E1A}" sibTransId="{EA52D23E-E008-8246-9314-D8ECBF3705FC}"/>
    <dgm:cxn modelId="{78E93C81-5684-B64B-BD90-4BF1A8C214C2}" type="presOf" srcId="{FF023897-8CE7-A542-9B3E-0177DB1845A3}" destId="{21F879A9-A852-144F-87DA-E15504F860B9}" srcOrd="0" destOrd="0" presId="urn:microsoft.com/office/officeart/2005/8/layout/orgChart1"/>
    <dgm:cxn modelId="{0D9D978A-3868-CF4A-AF90-56D1B0F9FB95}" srcId="{EAA1F37D-0B84-9F4C-973B-F4BE7503A8C3}" destId="{59DE22B5-E483-A446-AD91-036323229B2B}" srcOrd="1" destOrd="0" parTransId="{4F012270-CCEF-554C-B4E0-47D04C89AB1A}" sibTransId="{B5E1168C-5392-914B-956B-94558FE83FE8}"/>
    <dgm:cxn modelId="{EDA7988B-BE55-EE43-BDBD-CA6A0A991C3D}" type="presOf" srcId="{F879B654-2093-2945-959A-CE7E5B8428E8}" destId="{FC9EB3B4-B6FE-1445-A967-5C594F1F621E}" srcOrd="0" destOrd="0" presId="urn:microsoft.com/office/officeart/2005/8/layout/orgChart1"/>
    <dgm:cxn modelId="{012A918F-3A79-8648-AE23-AEC558EAFE17}" type="presOf" srcId="{AE9BD7B0-61CC-9347-A337-B86608BABB42}" destId="{2648B994-DF50-A44A-8039-E1DDC71344B9}" srcOrd="0" destOrd="0" presId="urn:microsoft.com/office/officeart/2005/8/layout/orgChart1"/>
    <dgm:cxn modelId="{C70EBF8F-D6CB-D844-B93A-6D8118BA7D07}" type="presOf" srcId="{0B148970-40B0-7F4D-AC9C-4BB74F8F1A10}" destId="{05FDC7E2-7C25-D84A-BE02-D10570DBD6EC}" srcOrd="0" destOrd="0" presId="urn:microsoft.com/office/officeart/2005/8/layout/orgChart1"/>
    <dgm:cxn modelId="{926CF895-5034-3245-BBE2-0CEAA94F9F00}" type="presOf" srcId="{CF14E261-227C-2E44-813B-CF15A77F7EB8}" destId="{84559902-EFB6-824E-B398-07D27A2D579A}" srcOrd="1" destOrd="0" presId="urn:microsoft.com/office/officeart/2005/8/layout/orgChart1"/>
    <dgm:cxn modelId="{B548A296-CAD8-2F4A-9884-43E20355D02D}" type="presOf" srcId="{4F012270-CCEF-554C-B4E0-47D04C89AB1A}" destId="{CE93E2F7-0C0E-0C4E-9E9D-A0220B8D9C4A}" srcOrd="0" destOrd="0" presId="urn:microsoft.com/office/officeart/2005/8/layout/orgChart1"/>
    <dgm:cxn modelId="{1D619998-07F7-9846-8EEC-BFD721AD6A34}" srcId="{C32967D8-A29C-A84C-8239-B45164EBEA9C}" destId="{7D7C17F0-3450-1D42-BB5F-47566AE0E642}" srcOrd="1" destOrd="0" parTransId="{F879B654-2093-2945-959A-CE7E5B8428E8}" sibTransId="{97D80ADB-BD5F-0D4D-8BE1-DDB66E44FE0C}"/>
    <dgm:cxn modelId="{EF385AA2-BFFA-EE43-A33F-6DD178A5BE7C}" type="presOf" srcId="{613D4BE8-05D0-174F-AECA-928E56B8A8E3}" destId="{ACE3748F-BEB9-7143-8330-2E2B185C0C5D}" srcOrd="1" destOrd="0" presId="urn:microsoft.com/office/officeart/2005/8/layout/orgChart1"/>
    <dgm:cxn modelId="{7CF835A9-4868-D044-A27F-E62A80FB9E04}" type="presOf" srcId="{D04EF5C4-536F-8546-B07A-DDFA51EAC6FA}" destId="{492BA8B7-9323-624C-8FDB-6B54AD13555A}" srcOrd="1" destOrd="0" presId="urn:microsoft.com/office/officeart/2005/8/layout/orgChart1"/>
    <dgm:cxn modelId="{87D020AA-9F0C-E64B-B80B-CCC97B79BB51}" srcId="{D04EF5C4-536F-8546-B07A-DDFA51EAC6FA}" destId="{345CB405-0909-9A4D-8D46-7887452CE4D4}" srcOrd="1" destOrd="0" parTransId="{E695E3A3-D5E2-3842-96AA-B3AEB4F88FB2}" sibTransId="{CA16835D-19F8-294D-A095-12C4D97C40C1}"/>
    <dgm:cxn modelId="{AAF1C1AC-1DCF-6241-8CBC-060DEAE7DE56}" type="presOf" srcId="{2DAA3C65-5722-7540-8C97-FA04F7130FB8}" destId="{6A86A2E1-EFA4-3742-A9B0-E9C356EE5180}" srcOrd="0" destOrd="0" presId="urn:microsoft.com/office/officeart/2005/8/layout/orgChart1"/>
    <dgm:cxn modelId="{57B000AE-C039-BA4C-95F0-F98D655BD7C2}" type="presOf" srcId="{8FD4B375-64C1-2F4C-8497-69B6F738EDBC}" destId="{4B301BF2-80D0-7F4C-BD25-966B12EC0BF8}" srcOrd="0" destOrd="0" presId="urn:microsoft.com/office/officeart/2005/8/layout/orgChart1"/>
    <dgm:cxn modelId="{E5B424AE-4F5D-4F4D-BE2A-534837D0F3BF}" type="presOf" srcId="{59DE22B5-E483-A446-AD91-036323229B2B}" destId="{53A766B0-8C15-9D4F-80C7-25DE031392A0}" srcOrd="1" destOrd="0" presId="urn:microsoft.com/office/officeart/2005/8/layout/orgChart1"/>
    <dgm:cxn modelId="{773895AE-2FBC-C945-96BC-F0616BFF1560}" srcId="{0B148970-40B0-7F4D-AC9C-4BB74F8F1A10}" destId="{D04EF5C4-536F-8546-B07A-DDFA51EAC6FA}" srcOrd="0" destOrd="0" parTransId="{42D5DC10-F4E0-3B4D-BEE5-D92D0DB70530}" sibTransId="{9D0DC535-A349-B94E-8E8D-4C922EC878E6}"/>
    <dgm:cxn modelId="{780E63B2-CB09-A64C-946A-35F70B14583C}" srcId="{D04EF5C4-536F-8546-B07A-DDFA51EAC6FA}" destId="{888550D0-8842-FB4E-9A05-7935B565681B}" srcOrd="0" destOrd="0" parTransId="{9D35311B-4B2B-3148-B200-322B0B1B9455}" sibTransId="{F1B156BD-A45E-E34A-B5F8-E291C2B9615C}"/>
    <dgm:cxn modelId="{9E0E76B4-5CAC-654E-B977-D0A4FC370D4E}" type="presOf" srcId="{9D493072-FA31-2047-B802-5526B940011E}" destId="{88F70730-B732-2141-BEA9-938B936CCEC4}" srcOrd="1" destOrd="0" presId="urn:microsoft.com/office/officeart/2005/8/layout/orgChart1"/>
    <dgm:cxn modelId="{983374BE-09FC-A84F-90E4-73C2C7DA4AAB}" type="presOf" srcId="{9D493072-FA31-2047-B802-5526B940011E}" destId="{EAA5BE5B-6E9C-AF4C-BFE9-AFF03BEC29A0}" srcOrd="0" destOrd="0" presId="urn:microsoft.com/office/officeart/2005/8/layout/orgChart1"/>
    <dgm:cxn modelId="{A5FD7BC2-1DD3-CB49-9EC2-8379ACCB8998}" type="presOf" srcId="{95F5E7A0-6CAF-FA47-9F4B-2F0CA89EA30F}" destId="{50009558-39D0-4B4A-A1BC-3880455319AD}" srcOrd="0" destOrd="0" presId="urn:microsoft.com/office/officeart/2005/8/layout/orgChart1"/>
    <dgm:cxn modelId="{F0D606CC-6AE1-0148-B7B6-EBCCCEC56458}" type="presOf" srcId="{613D4BE8-05D0-174F-AECA-928E56B8A8E3}" destId="{E27A8EFE-41E8-5545-AFC7-DD1DA77398F2}" srcOrd="0" destOrd="0" presId="urn:microsoft.com/office/officeart/2005/8/layout/orgChart1"/>
    <dgm:cxn modelId="{7D99CDCC-6034-5D4E-B786-0D8F16AB8DBC}" type="presOf" srcId="{888550D0-8842-FB4E-9A05-7935B565681B}" destId="{760B7EC2-E945-BC4E-9FF9-8A7D05DAC614}" srcOrd="1" destOrd="0" presId="urn:microsoft.com/office/officeart/2005/8/layout/orgChart1"/>
    <dgm:cxn modelId="{DBE89DCE-7CDF-9049-BEBE-4CE29609BFF9}" type="presOf" srcId="{7D7C17F0-3450-1D42-BB5F-47566AE0E642}" destId="{9D8DF3DD-7963-3149-98E4-4DE0197E4D1D}" srcOrd="1" destOrd="0" presId="urn:microsoft.com/office/officeart/2005/8/layout/orgChart1"/>
    <dgm:cxn modelId="{D29B20D7-EE56-2D47-BFE3-443E0FFE2D85}" type="presOf" srcId="{7D7C17F0-3450-1D42-BB5F-47566AE0E642}" destId="{22CF810F-B237-4142-834E-0563005FDBF0}" srcOrd="0" destOrd="0" presId="urn:microsoft.com/office/officeart/2005/8/layout/orgChart1"/>
    <dgm:cxn modelId="{9E602BD7-1BBD-274C-A0DB-DD4CE485304B}" type="presOf" srcId="{D04EF5C4-536F-8546-B07A-DDFA51EAC6FA}" destId="{EAF1BD5B-8272-624A-8F33-B60A6D6D7F3F}" srcOrd="0" destOrd="0" presId="urn:microsoft.com/office/officeart/2005/8/layout/orgChart1"/>
    <dgm:cxn modelId="{74E526E0-E5D0-3B40-B546-EDCCA4980143}" srcId="{EAA1F37D-0B84-9F4C-973B-F4BE7503A8C3}" destId="{8FD4B375-64C1-2F4C-8497-69B6F738EDBC}" srcOrd="0" destOrd="0" parTransId="{AAF4F421-CA45-2544-9178-EF6023C40CB1}" sibTransId="{1D3EBCFD-32C4-2B43-8C16-5142476FF2FC}"/>
    <dgm:cxn modelId="{F3F4EAE0-42CE-7F48-A039-77122D0265FB}" type="presOf" srcId="{59DE22B5-E483-A446-AD91-036323229B2B}" destId="{DA8A85C5-861E-8843-B270-568A1CAC6F77}" srcOrd="0" destOrd="0" presId="urn:microsoft.com/office/officeart/2005/8/layout/orgChart1"/>
    <dgm:cxn modelId="{6002BDE2-D80C-D343-93EE-D8AB7307E85D}" type="presOf" srcId="{C263FCEF-8F9A-4044-AFCA-B0BE5370ADE5}" destId="{43EA32DE-1389-F249-ACBB-5318A0FA2E3F}" srcOrd="1" destOrd="0" presId="urn:microsoft.com/office/officeart/2005/8/layout/orgChart1"/>
    <dgm:cxn modelId="{20105CE6-1E42-BC43-92A0-FD09C4D715CE}" type="presOf" srcId="{E695E3A3-D5E2-3842-96AA-B3AEB4F88FB2}" destId="{11C5E9F7-2F40-194E-8615-C1EB9F1A0906}" srcOrd="0" destOrd="0" presId="urn:microsoft.com/office/officeart/2005/8/layout/orgChart1"/>
    <dgm:cxn modelId="{61DFA6E8-03D9-BD4F-A99E-0AD07EF35B33}" type="presOf" srcId="{F880B03D-1AA4-124B-BD93-EBE9C62B87B3}" destId="{31EED1AB-EBD2-DE4E-99CD-9DAA967F0076}" srcOrd="0" destOrd="0" presId="urn:microsoft.com/office/officeart/2005/8/layout/orgChart1"/>
    <dgm:cxn modelId="{6D2E01ED-8DFA-3C4B-BFD8-707490EAF432}" type="presOf" srcId="{888550D0-8842-FB4E-9A05-7935B565681B}" destId="{B0FE2902-EC11-C943-9936-4DD2AAB912FE}" srcOrd="0" destOrd="0" presId="urn:microsoft.com/office/officeart/2005/8/layout/orgChart1"/>
    <dgm:cxn modelId="{E5D1DBEE-742A-4B4E-9842-9453E0A606D4}" srcId="{0B148970-40B0-7F4D-AC9C-4BB74F8F1A10}" destId="{D785D6A2-08FB-EE44-8138-5E1392D53FC2}" srcOrd="1" destOrd="0" parTransId="{95F5E7A0-6CAF-FA47-9F4B-2F0CA89EA30F}" sibTransId="{B9BEED93-113E-4D46-B599-59EE0DC9C2DB}"/>
    <dgm:cxn modelId="{CE166CF4-38D7-9147-B2FC-4C1DB1C10CAC}" type="presOf" srcId="{9D35311B-4B2B-3148-B200-322B0B1B9455}" destId="{2A36E01F-5BCC-874B-9C81-85E7EB15EB14}" srcOrd="0" destOrd="0" presId="urn:microsoft.com/office/officeart/2005/8/layout/orgChart1"/>
    <dgm:cxn modelId="{E19F26F8-1C7D-7247-AFA3-E15D71D62770}" type="presOf" srcId="{EAD6FB06-3950-154A-B499-110DEBCD5AFE}" destId="{CB75E181-EC22-6448-83DE-3596B4F6BED3}" srcOrd="0" destOrd="0" presId="urn:microsoft.com/office/officeart/2005/8/layout/orgChart1"/>
    <dgm:cxn modelId="{AD8C1EF9-A1A9-7142-9EA0-8355F6861A35}" type="presOf" srcId="{42D5DC10-F4E0-3B4D-BEE5-D92D0DB70530}" destId="{58E6088A-C63B-AB40-AD2F-CDEBF14DFD38}" srcOrd="0" destOrd="0" presId="urn:microsoft.com/office/officeart/2005/8/layout/orgChart1"/>
    <dgm:cxn modelId="{9BD707FC-D58A-5F4A-B1DA-BFB958465195}" type="presOf" srcId="{4141133B-CAE6-0B44-A3D6-737CCFD6871C}" destId="{C1AB6C97-92BA-0D49-A1D4-55175BDB65DB}" srcOrd="0" destOrd="0" presId="urn:microsoft.com/office/officeart/2005/8/layout/orgChart1"/>
    <dgm:cxn modelId="{FA00BA39-4226-5040-B07C-512E38E0293D}" type="presParOf" srcId="{21F879A9-A852-144F-87DA-E15504F860B9}" destId="{2383C216-E282-9F4D-A46B-3CB9647AFEE1}" srcOrd="0" destOrd="0" presId="urn:microsoft.com/office/officeart/2005/8/layout/orgChart1"/>
    <dgm:cxn modelId="{C4FA803F-280A-2B49-95ED-5420A4F89613}" type="presParOf" srcId="{2383C216-E282-9F4D-A46B-3CB9647AFEE1}" destId="{247BD0D6-8DE4-7C4D-944C-9766FD0CF4A8}" srcOrd="0" destOrd="0" presId="urn:microsoft.com/office/officeart/2005/8/layout/orgChart1"/>
    <dgm:cxn modelId="{B067E828-31BB-A644-981C-2D2377AF9E2D}" type="presParOf" srcId="{247BD0D6-8DE4-7C4D-944C-9766FD0CF4A8}" destId="{5960278E-DAF1-FD49-B296-8AE2DE69988F}" srcOrd="0" destOrd="0" presId="urn:microsoft.com/office/officeart/2005/8/layout/orgChart1"/>
    <dgm:cxn modelId="{B29208B1-296B-764B-94C3-0526DC8230F0}" type="presParOf" srcId="{247BD0D6-8DE4-7C4D-944C-9766FD0CF4A8}" destId="{EE7093C7-37ED-F84C-82A0-71C65C08564B}" srcOrd="1" destOrd="0" presId="urn:microsoft.com/office/officeart/2005/8/layout/orgChart1"/>
    <dgm:cxn modelId="{3626BA7F-C6CD-684D-9BE3-6C117E3BE020}" type="presParOf" srcId="{2383C216-E282-9F4D-A46B-3CB9647AFEE1}" destId="{CFFF1196-FB34-E042-809A-8C59277F0243}" srcOrd="1" destOrd="0" presId="urn:microsoft.com/office/officeart/2005/8/layout/orgChart1"/>
    <dgm:cxn modelId="{6EC73D3A-DD9C-1346-BCC1-6B6173F55643}" type="presParOf" srcId="{CFFF1196-FB34-E042-809A-8C59277F0243}" destId="{26CDB645-3809-DB40-9135-036A6BA84F07}" srcOrd="0" destOrd="0" presId="urn:microsoft.com/office/officeart/2005/8/layout/orgChart1"/>
    <dgm:cxn modelId="{63627F2E-8531-7749-B2FF-47F7434E1000}" type="presParOf" srcId="{CFFF1196-FB34-E042-809A-8C59277F0243}" destId="{A0121298-18FF-304D-8957-70BB037D5F78}" srcOrd="1" destOrd="0" presId="urn:microsoft.com/office/officeart/2005/8/layout/orgChart1"/>
    <dgm:cxn modelId="{9C8214AE-34AC-E241-905E-005136CC96BF}" type="presParOf" srcId="{A0121298-18FF-304D-8957-70BB037D5F78}" destId="{314D9FAE-2BEE-594C-9190-BAC2F8BF006E}" srcOrd="0" destOrd="0" presId="urn:microsoft.com/office/officeart/2005/8/layout/orgChart1"/>
    <dgm:cxn modelId="{230D781E-979D-4A46-919F-42A79004C3BC}" type="presParOf" srcId="{314D9FAE-2BEE-594C-9190-BAC2F8BF006E}" destId="{4B301BF2-80D0-7F4C-BD25-966B12EC0BF8}" srcOrd="0" destOrd="0" presId="urn:microsoft.com/office/officeart/2005/8/layout/orgChart1"/>
    <dgm:cxn modelId="{04AF90E7-C527-BA45-AD68-203455322C52}" type="presParOf" srcId="{314D9FAE-2BEE-594C-9190-BAC2F8BF006E}" destId="{888F4C11-9B1D-5D44-8C50-F8BD7956D9E9}" srcOrd="1" destOrd="0" presId="urn:microsoft.com/office/officeart/2005/8/layout/orgChart1"/>
    <dgm:cxn modelId="{D88A6548-61BD-7D4D-A3C2-C5A7443092B5}" type="presParOf" srcId="{A0121298-18FF-304D-8957-70BB037D5F78}" destId="{2854C7DA-CC21-E44D-AF90-9736D18AE637}" srcOrd="1" destOrd="0" presId="urn:microsoft.com/office/officeart/2005/8/layout/orgChart1"/>
    <dgm:cxn modelId="{030C6F16-F54A-8C46-8202-8875B0F275EE}" type="presParOf" srcId="{2854C7DA-CC21-E44D-AF90-9736D18AE637}" destId="{A5EA4BC7-3D9A-A747-8C71-7785B9BD0C8C}" srcOrd="0" destOrd="0" presId="urn:microsoft.com/office/officeart/2005/8/layout/orgChart1"/>
    <dgm:cxn modelId="{0133813A-8E17-DA44-B47B-2FD429A4DA78}" type="presParOf" srcId="{2854C7DA-CC21-E44D-AF90-9736D18AE637}" destId="{D291191D-CDBB-F240-A52E-1590A0E13BD2}" srcOrd="1" destOrd="0" presId="urn:microsoft.com/office/officeart/2005/8/layout/orgChart1"/>
    <dgm:cxn modelId="{428F8DF7-EBF4-A04B-A67E-BE2759BF5FA5}" type="presParOf" srcId="{D291191D-CDBB-F240-A52E-1590A0E13BD2}" destId="{1DD83C88-3156-234D-B816-5F161A28FA53}" srcOrd="0" destOrd="0" presId="urn:microsoft.com/office/officeart/2005/8/layout/orgChart1"/>
    <dgm:cxn modelId="{CA386EC9-DC4C-324E-9EFB-E54FF64579D6}" type="presParOf" srcId="{1DD83C88-3156-234D-B816-5F161A28FA53}" destId="{05FDC7E2-7C25-D84A-BE02-D10570DBD6EC}" srcOrd="0" destOrd="0" presId="urn:microsoft.com/office/officeart/2005/8/layout/orgChart1"/>
    <dgm:cxn modelId="{572B6C19-FA04-2B43-ADAA-F87D92C741A7}" type="presParOf" srcId="{1DD83C88-3156-234D-B816-5F161A28FA53}" destId="{A2439895-96E7-924E-9797-49A3884ED6C2}" srcOrd="1" destOrd="0" presId="urn:microsoft.com/office/officeart/2005/8/layout/orgChart1"/>
    <dgm:cxn modelId="{7141E29B-2906-9F42-99B5-BD2048C21B09}" type="presParOf" srcId="{D291191D-CDBB-F240-A52E-1590A0E13BD2}" destId="{F4CC3A2E-DF2B-9D4D-AAF5-80F581C7C812}" srcOrd="1" destOrd="0" presId="urn:microsoft.com/office/officeart/2005/8/layout/orgChart1"/>
    <dgm:cxn modelId="{AD31F7AA-785B-9341-8256-B59EAB45E4B0}" type="presParOf" srcId="{F4CC3A2E-DF2B-9D4D-AAF5-80F581C7C812}" destId="{58E6088A-C63B-AB40-AD2F-CDEBF14DFD38}" srcOrd="0" destOrd="0" presId="urn:microsoft.com/office/officeart/2005/8/layout/orgChart1"/>
    <dgm:cxn modelId="{607C4264-6A24-E945-80E5-9C70B9269739}" type="presParOf" srcId="{F4CC3A2E-DF2B-9D4D-AAF5-80F581C7C812}" destId="{0C0D42B4-191A-9140-BC55-B0454F0AB1CB}" srcOrd="1" destOrd="0" presId="urn:microsoft.com/office/officeart/2005/8/layout/orgChart1"/>
    <dgm:cxn modelId="{2C7EC40A-9D75-3E47-8F21-B728A48375F9}" type="presParOf" srcId="{0C0D42B4-191A-9140-BC55-B0454F0AB1CB}" destId="{88A94AAB-4CB6-8543-939F-137B41E510CD}" srcOrd="0" destOrd="0" presId="urn:microsoft.com/office/officeart/2005/8/layout/orgChart1"/>
    <dgm:cxn modelId="{48885316-2F06-E343-A35C-D209F1693CB2}" type="presParOf" srcId="{88A94AAB-4CB6-8543-939F-137B41E510CD}" destId="{EAF1BD5B-8272-624A-8F33-B60A6D6D7F3F}" srcOrd="0" destOrd="0" presId="urn:microsoft.com/office/officeart/2005/8/layout/orgChart1"/>
    <dgm:cxn modelId="{D4A36971-8CAB-904F-A6B4-F008DE87760D}" type="presParOf" srcId="{88A94AAB-4CB6-8543-939F-137B41E510CD}" destId="{492BA8B7-9323-624C-8FDB-6B54AD13555A}" srcOrd="1" destOrd="0" presId="urn:microsoft.com/office/officeart/2005/8/layout/orgChart1"/>
    <dgm:cxn modelId="{304C2B6C-468D-3645-8F0A-C9E1FBF86515}" type="presParOf" srcId="{0C0D42B4-191A-9140-BC55-B0454F0AB1CB}" destId="{E5C9D9DE-A617-3340-B8F4-597FF3E3306F}" srcOrd="1" destOrd="0" presId="urn:microsoft.com/office/officeart/2005/8/layout/orgChart1"/>
    <dgm:cxn modelId="{79BE7D04-3FA7-2546-8227-E81946568E26}" type="presParOf" srcId="{E5C9D9DE-A617-3340-B8F4-597FF3E3306F}" destId="{2A36E01F-5BCC-874B-9C81-85E7EB15EB14}" srcOrd="0" destOrd="0" presId="urn:microsoft.com/office/officeart/2005/8/layout/orgChart1"/>
    <dgm:cxn modelId="{C37AE5DA-2CE1-6A4E-B9C8-522412EEC2CD}" type="presParOf" srcId="{E5C9D9DE-A617-3340-B8F4-597FF3E3306F}" destId="{F3752DF2-DEBB-504B-9CD5-A2964217EDB2}" srcOrd="1" destOrd="0" presId="urn:microsoft.com/office/officeart/2005/8/layout/orgChart1"/>
    <dgm:cxn modelId="{7D514F5F-89B8-0342-9C93-B5AE73A4EE8F}" type="presParOf" srcId="{F3752DF2-DEBB-504B-9CD5-A2964217EDB2}" destId="{DD2D548E-DF9E-F940-BA7E-2B915BA46FE6}" srcOrd="0" destOrd="0" presId="urn:microsoft.com/office/officeart/2005/8/layout/orgChart1"/>
    <dgm:cxn modelId="{D887803D-FFC1-D142-BAF3-7ED7F4761631}" type="presParOf" srcId="{DD2D548E-DF9E-F940-BA7E-2B915BA46FE6}" destId="{B0FE2902-EC11-C943-9936-4DD2AAB912FE}" srcOrd="0" destOrd="0" presId="urn:microsoft.com/office/officeart/2005/8/layout/orgChart1"/>
    <dgm:cxn modelId="{B897DB18-0F6B-F444-95D5-C97DB4C32E2C}" type="presParOf" srcId="{DD2D548E-DF9E-F940-BA7E-2B915BA46FE6}" destId="{760B7EC2-E945-BC4E-9FF9-8A7D05DAC614}" srcOrd="1" destOrd="0" presId="urn:microsoft.com/office/officeart/2005/8/layout/orgChart1"/>
    <dgm:cxn modelId="{17733EA2-9C56-C640-8911-EBFFEE1911E8}" type="presParOf" srcId="{F3752DF2-DEBB-504B-9CD5-A2964217EDB2}" destId="{F8BC42C4-BD9F-1F46-84E3-63DF6757F459}" srcOrd="1" destOrd="0" presId="urn:microsoft.com/office/officeart/2005/8/layout/orgChart1"/>
    <dgm:cxn modelId="{243522D1-5F1D-9846-B06E-5DFB59BE146B}" type="presParOf" srcId="{F3752DF2-DEBB-504B-9CD5-A2964217EDB2}" destId="{583BA030-52BE-9840-B5BE-1CC58BC93851}" srcOrd="2" destOrd="0" presId="urn:microsoft.com/office/officeart/2005/8/layout/orgChart1"/>
    <dgm:cxn modelId="{F32E17B8-DFE4-5043-A5C7-FBC82C2B9E8A}" type="presParOf" srcId="{E5C9D9DE-A617-3340-B8F4-597FF3E3306F}" destId="{11C5E9F7-2F40-194E-8615-C1EB9F1A0906}" srcOrd="2" destOrd="0" presId="urn:microsoft.com/office/officeart/2005/8/layout/orgChart1"/>
    <dgm:cxn modelId="{98713D7F-A9F5-E74F-8741-E3ED5008F99E}" type="presParOf" srcId="{E5C9D9DE-A617-3340-B8F4-597FF3E3306F}" destId="{A602703E-3EFD-A64D-AAF0-D40585D2C1A3}" srcOrd="3" destOrd="0" presId="urn:microsoft.com/office/officeart/2005/8/layout/orgChart1"/>
    <dgm:cxn modelId="{FBA5D54A-4644-0448-BF3E-3E4D24F764F8}" type="presParOf" srcId="{A602703E-3EFD-A64D-AAF0-D40585D2C1A3}" destId="{1E73C1A2-DA38-B44B-B254-4490DD5787BA}" srcOrd="0" destOrd="0" presId="urn:microsoft.com/office/officeart/2005/8/layout/orgChart1"/>
    <dgm:cxn modelId="{CA3C28E5-9F6E-D340-87B4-EF2AAED453F1}" type="presParOf" srcId="{1E73C1A2-DA38-B44B-B254-4490DD5787BA}" destId="{5803D76A-B8D2-6044-B442-FC53B314951A}" srcOrd="0" destOrd="0" presId="urn:microsoft.com/office/officeart/2005/8/layout/orgChart1"/>
    <dgm:cxn modelId="{333A149A-8554-1D42-B098-7A6818DDED48}" type="presParOf" srcId="{1E73C1A2-DA38-B44B-B254-4490DD5787BA}" destId="{1F634721-A056-8145-83F7-ED9368E73A24}" srcOrd="1" destOrd="0" presId="urn:microsoft.com/office/officeart/2005/8/layout/orgChart1"/>
    <dgm:cxn modelId="{95AE762E-BC61-4441-8CE1-ED39DD438C25}" type="presParOf" srcId="{A602703E-3EFD-A64D-AAF0-D40585D2C1A3}" destId="{07EF03F9-10D1-DC4E-994C-23EC115009DC}" srcOrd="1" destOrd="0" presId="urn:microsoft.com/office/officeart/2005/8/layout/orgChart1"/>
    <dgm:cxn modelId="{263A79B2-1687-D446-8624-E3EC5EEB5646}" type="presParOf" srcId="{A602703E-3EFD-A64D-AAF0-D40585D2C1A3}" destId="{EEACB17C-E21F-B14A-BBC4-DE37CBC7D7CF}" srcOrd="2" destOrd="0" presId="urn:microsoft.com/office/officeart/2005/8/layout/orgChart1"/>
    <dgm:cxn modelId="{603781A4-849E-E041-837A-02E227313DC5}" type="presParOf" srcId="{0C0D42B4-191A-9140-BC55-B0454F0AB1CB}" destId="{9152C576-0C05-DB4A-8A71-580AFF4E78A0}" srcOrd="2" destOrd="0" presId="urn:microsoft.com/office/officeart/2005/8/layout/orgChart1"/>
    <dgm:cxn modelId="{3F1D7B1B-5134-9646-A143-9A6BA816E2BD}" type="presParOf" srcId="{F4CC3A2E-DF2B-9D4D-AAF5-80F581C7C812}" destId="{50009558-39D0-4B4A-A1BC-3880455319AD}" srcOrd="2" destOrd="0" presId="urn:microsoft.com/office/officeart/2005/8/layout/orgChart1"/>
    <dgm:cxn modelId="{FE9C1FD2-76D2-7741-824B-1CC078AE5AD8}" type="presParOf" srcId="{F4CC3A2E-DF2B-9D4D-AAF5-80F581C7C812}" destId="{9A787FCB-3F4B-7643-97DF-AC78060C4F91}" srcOrd="3" destOrd="0" presId="urn:microsoft.com/office/officeart/2005/8/layout/orgChart1"/>
    <dgm:cxn modelId="{A724749C-C881-8E4B-80C7-6D4C3E2CA804}" type="presParOf" srcId="{9A787FCB-3F4B-7643-97DF-AC78060C4F91}" destId="{18EAE285-8628-5042-8699-9B2EFF15D0B7}" srcOrd="0" destOrd="0" presId="urn:microsoft.com/office/officeart/2005/8/layout/orgChart1"/>
    <dgm:cxn modelId="{E63D38B9-3220-804F-8438-3FCB52855A19}" type="presParOf" srcId="{18EAE285-8628-5042-8699-9B2EFF15D0B7}" destId="{982D3634-5107-6940-8FDB-628F1483A002}" srcOrd="0" destOrd="0" presId="urn:microsoft.com/office/officeart/2005/8/layout/orgChart1"/>
    <dgm:cxn modelId="{39FB2ABE-55BF-CF48-A635-576F7541B4A6}" type="presParOf" srcId="{18EAE285-8628-5042-8699-9B2EFF15D0B7}" destId="{C62EB837-360B-2046-9479-11E1287137EB}" srcOrd="1" destOrd="0" presId="urn:microsoft.com/office/officeart/2005/8/layout/orgChart1"/>
    <dgm:cxn modelId="{4D0C4903-22B8-4A4E-A9F3-4790C7672330}" type="presParOf" srcId="{9A787FCB-3F4B-7643-97DF-AC78060C4F91}" destId="{1053BD97-4757-F84F-830D-5FE9CC5557D6}" srcOrd="1" destOrd="0" presId="urn:microsoft.com/office/officeart/2005/8/layout/orgChart1"/>
    <dgm:cxn modelId="{9F49BE0E-618E-9643-9243-1BD01BCF64A8}" type="presParOf" srcId="{1053BD97-4757-F84F-830D-5FE9CC5557D6}" destId="{C1AB6C97-92BA-0D49-A1D4-55175BDB65DB}" srcOrd="0" destOrd="0" presId="urn:microsoft.com/office/officeart/2005/8/layout/orgChart1"/>
    <dgm:cxn modelId="{15DBF7CF-E422-174D-A5DF-3EA9CB16E865}" type="presParOf" srcId="{1053BD97-4757-F84F-830D-5FE9CC5557D6}" destId="{E45AA944-1F4A-A846-ABB2-E138D3AEF534}" srcOrd="1" destOrd="0" presId="urn:microsoft.com/office/officeart/2005/8/layout/orgChart1"/>
    <dgm:cxn modelId="{31884C45-90CA-3D44-81BE-37D3039BB351}" type="presParOf" srcId="{E45AA944-1F4A-A846-ABB2-E138D3AEF534}" destId="{AB63ED2A-B52F-144C-8A8B-9CB53D29C1A6}" srcOrd="0" destOrd="0" presId="urn:microsoft.com/office/officeart/2005/8/layout/orgChart1"/>
    <dgm:cxn modelId="{8F2EC423-9B90-F64E-A13C-A8B3D17C04B2}" type="presParOf" srcId="{AB63ED2A-B52F-144C-8A8B-9CB53D29C1A6}" destId="{3642AAB3-1524-7D42-B27A-A6CAC36BDC9E}" srcOrd="0" destOrd="0" presId="urn:microsoft.com/office/officeart/2005/8/layout/orgChart1"/>
    <dgm:cxn modelId="{C857CE45-1808-3646-B92B-F7A45A178283}" type="presParOf" srcId="{AB63ED2A-B52F-144C-8A8B-9CB53D29C1A6}" destId="{84559902-EFB6-824E-B398-07D27A2D579A}" srcOrd="1" destOrd="0" presId="urn:microsoft.com/office/officeart/2005/8/layout/orgChart1"/>
    <dgm:cxn modelId="{9F9ADD93-5803-B149-975B-B0ACD1693A0A}" type="presParOf" srcId="{E45AA944-1F4A-A846-ABB2-E138D3AEF534}" destId="{08360645-7987-974A-964B-AD471052E9B8}" srcOrd="1" destOrd="0" presId="urn:microsoft.com/office/officeart/2005/8/layout/orgChart1"/>
    <dgm:cxn modelId="{70751CE9-0481-B24F-910A-B142620F4746}" type="presParOf" srcId="{E45AA944-1F4A-A846-ABB2-E138D3AEF534}" destId="{DDD4B2AF-7A4B-4641-AFAE-60D8E07CFEBA}" srcOrd="2" destOrd="0" presId="urn:microsoft.com/office/officeart/2005/8/layout/orgChart1"/>
    <dgm:cxn modelId="{F1E29EFD-1D29-9847-80A2-B66F88E1F2C8}" type="presParOf" srcId="{1053BD97-4757-F84F-830D-5FE9CC5557D6}" destId="{CB75E181-EC22-6448-83DE-3596B4F6BED3}" srcOrd="2" destOrd="0" presId="urn:microsoft.com/office/officeart/2005/8/layout/orgChart1"/>
    <dgm:cxn modelId="{086DD3EF-0AB1-3742-8583-0ACC462D29F7}" type="presParOf" srcId="{1053BD97-4757-F84F-830D-5FE9CC5557D6}" destId="{3032EC62-C80B-6446-86D5-FAD42AC69B9F}" srcOrd="3" destOrd="0" presId="urn:microsoft.com/office/officeart/2005/8/layout/orgChart1"/>
    <dgm:cxn modelId="{4AE636EC-E5DE-9A4A-B038-4A179E32E8E1}" type="presParOf" srcId="{3032EC62-C80B-6446-86D5-FAD42AC69B9F}" destId="{8F62EA8D-F358-AF4B-AEB2-8D220E82D658}" srcOrd="0" destOrd="0" presId="urn:microsoft.com/office/officeart/2005/8/layout/orgChart1"/>
    <dgm:cxn modelId="{E935CB6D-55E4-AF4E-A729-B3CAF75B217A}" type="presParOf" srcId="{8F62EA8D-F358-AF4B-AEB2-8D220E82D658}" destId="{EAA5BE5B-6E9C-AF4C-BFE9-AFF03BEC29A0}" srcOrd="0" destOrd="0" presId="urn:microsoft.com/office/officeart/2005/8/layout/orgChart1"/>
    <dgm:cxn modelId="{D9EA2D0F-D1D6-E540-8C95-F7E77C587658}" type="presParOf" srcId="{8F62EA8D-F358-AF4B-AEB2-8D220E82D658}" destId="{88F70730-B732-2141-BEA9-938B936CCEC4}" srcOrd="1" destOrd="0" presId="urn:microsoft.com/office/officeart/2005/8/layout/orgChart1"/>
    <dgm:cxn modelId="{BB2A27C1-7B41-2341-9CDB-6AD82183F922}" type="presParOf" srcId="{3032EC62-C80B-6446-86D5-FAD42AC69B9F}" destId="{1944D0F5-B753-5C43-8702-F1C3503CEADE}" srcOrd="1" destOrd="0" presId="urn:microsoft.com/office/officeart/2005/8/layout/orgChart1"/>
    <dgm:cxn modelId="{742E19E5-4808-034C-BB9D-489E84FD6CFC}" type="presParOf" srcId="{3032EC62-C80B-6446-86D5-FAD42AC69B9F}" destId="{15B15B64-3EAC-114F-8C37-8F4A59EC493C}" srcOrd="2" destOrd="0" presId="urn:microsoft.com/office/officeart/2005/8/layout/orgChart1"/>
    <dgm:cxn modelId="{AF72A95E-93EE-7E41-A212-3455C63E49AD}" type="presParOf" srcId="{9A787FCB-3F4B-7643-97DF-AC78060C4F91}" destId="{CE576E1A-456A-D340-A59F-D2DE130C56F2}" srcOrd="2" destOrd="0" presId="urn:microsoft.com/office/officeart/2005/8/layout/orgChart1"/>
    <dgm:cxn modelId="{344CE60F-9D81-D74E-9182-B14D6AF78E06}" type="presParOf" srcId="{D291191D-CDBB-F240-A52E-1590A0E13BD2}" destId="{ACEE0B95-E11C-294D-9B0D-9037E0E31C7F}" srcOrd="2" destOrd="0" presId="urn:microsoft.com/office/officeart/2005/8/layout/orgChart1"/>
    <dgm:cxn modelId="{E8DF8393-B452-0540-9C23-B18B5CC3A4D6}" type="presParOf" srcId="{2854C7DA-CC21-E44D-AF90-9736D18AE637}" destId="{0CE9FC8A-2FBA-AE45-ABC6-80071F11C208}" srcOrd="2" destOrd="0" presId="urn:microsoft.com/office/officeart/2005/8/layout/orgChart1"/>
    <dgm:cxn modelId="{90DDADEB-B6EF-FE49-8B70-1274844BA8B2}" type="presParOf" srcId="{2854C7DA-CC21-E44D-AF90-9736D18AE637}" destId="{70BE095A-521A-FF4E-8C34-B1EADA0DB33A}" srcOrd="3" destOrd="0" presId="urn:microsoft.com/office/officeart/2005/8/layout/orgChart1"/>
    <dgm:cxn modelId="{6C67790D-B695-744A-9707-CD4B4A43F2FE}" type="presParOf" srcId="{70BE095A-521A-FF4E-8C34-B1EADA0DB33A}" destId="{4CAD4D82-E38D-904B-A71E-E7AE0C4FECB1}" srcOrd="0" destOrd="0" presId="urn:microsoft.com/office/officeart/2005/8/layout/orgChart1"/>
    <dgm:cxn modelId="{AC4E7B29-C4C4-0C42-A867-206FE947DEA1}" type="presParOf" srcId="{4CAD4D82-E38D-904B-A71E-E7AE0C4FECB1}" destId="{CC9B6C4E-6A56-3448-BF04-AAFDD7202FB7}" srcOrd="0" destOrd="0" presId="urn:microsoft.com/office/officeart/2005/8/layout/orgChart1"/>
    <dgm:cxn modelId="{F3D15CCA-1590-F443-8F01-040F9D6B43F2}" type="presParOf" srcId="{4CAD4D82-E38D-904B-A71E-E7AE0C4FECB1}" destId="{46B79C93-DD25-0044-8136-7233B7901E09}" srcOrd="1" destOrd="0" presId="urn:microsoft.com/office/officeart/2005/8/layout/orgChart1"/>
    <dgm:cxn modelId="{D7858E72-B23E-DE4C-A9E8-D3586C7F199B}" type="presParOf" srcId="{70BE095A-521A-FF4E-8C34-B1EADA0DB33A}" destId="{DA7EE8CD-2228-D140-9D09-96F669A2F41A}" srcOrd="1" destOrd="0" presId="urn:microsoft.com/office/officeart/2005/8/layout/orgChart1"/>
    <dgm:cxn modelId="{A0164DF9-6319-DE40-BFB7-1321D22F45E1}" type="presParOf" srcId="{DA7EE8CD-2228-D140-9D09-96F669A2F41A}" destId="{EC4FD89F-FAFD-A548-AAEE-28975B77A70C}" srcOrd="0" destOrd="0" presId="urn:microsoft.com/office/officeart/2005/8/layout/orgChart1"/>
    <dgm:cxn modelId="{47DE2C34-758E-6346-BBB2-04CFE5419C35}" type="presParOf" srcId="{DA7EE8CD-2228-D140-9D09-96F669A2F41A}" destId="{1C7D2B68-33ED-8545-984B-E497A277D9D7}" srcOrd="1" destOrd="0" presId="urn:microsoft.com/office/officeart/2005/8/layout/orgChart1"/>
    <dgm:cxn modelId="{EBEDD107-DE27-EE42-9A2E-AE6C8688A07E}" type="presParOf" srcId="{1C7D2B68-33ED-8545-984B-E497A277D9D7}" destId="{0DC74FDD-2FEC-2643-8DA1-77B324F01BCD}" srcOrd="0" destOrd="0" presId="urn:microsoft.com/office/officeart/2005/8/layout/orgChart1"/>
    <dgm:cxn modelId="{749B0EF3-ACF6-AE48-B88E-9374E10BDF6C}" type="presParOf" srcId="{0DC74FDD-2FEC-2643-8DA1-77B324F01BCD}" destId="{E27A8EFE-41E8-5545-AFC7-DD1DA77398F2}" srcOrd="0" destOrd="0" presId="urn:microsoft.com/office/officeart/2005/8/layout/orgChart1"/>
    <dgm:cxn modelId="{FF892932-2ACF-F343-B934-906851537C12}" type="presParOf" srcId="{0DC74FDD-2FEC-2643-8DA1-77B324F01BCD}" destId="{ACE3748F-BEB9-7143-8330-2E2B185C0C5D}" srcOrd="1" destOrd="0" presId="urn:microsoft.com/office/officeart/2005/8/layout/orgChart1"/>
    <dgm:cxn modelId="{DAB3342C-D5C1-6845-8F36-427A77120B1B}" type="presParOf" srcId="{1C7D2B68-33ED-8545-984B-E497A277D9D7}" destId="{872FCEA2-749B-2042-B123-913B18682977}" srcOrd="1" destOrd="0" presId="urn:microsoft.com/office/officeart/2005/8/layout/orgChart1"/>
    <dgm:cxn modelId="{49B9B128-843D-9C48-94E8-4249492C237E}" type="presParOf" srcId="{872FCEA2-749B-2042-B123-913B18682977}" destId="{2648B994-DF50-A44A-8039-E1DDC71344B9}" srcOrd="0" destOrd="0" presId="urn:microsoft.com/office/officeart/2005/8/layout/orgChart1"/>
    <dgm:cxn modelId="{5085D43B-B41E-EC4E-83AB-52D6284D2C1E}" type="presParOf" srcId="{872FCEA2-749B-2042-B123-913B18682977}" destId="{913F88E1-C62A-C944-BD8C-664EE134944B}" srcOrd="1" destOrd="0" presId="urn:microsoft.com/office/officeart/2005/8/layout/orgChart1"/>
    <dgm:cxn modelId="{5B0E682D-E6D7-8746-9DEB-BA95D1574EB1}" type="presParOf" srcId="{913F88E1-C62A-C944-BD8C-664EE134944B}" destId="{E086E7EF-79CB-824A-97E9-748FECD1BC0D}" srcOrd="0" destOrd="0" presId="urn:microsoft.com/office/officeart/2005/8/layout/orgChart1"/>
    <dgm:cxn modelId="{8B0FAAA6-7A59-274F-992D-4BB0BB3407D0}" type="presParOf" srcId="{E086E7EF-79CB-824A-97E9-748FECD1BC0D}" destId="{6A86A2E1-EFA4-3742-A9B0-E9C356EE5180}" srcOrd="0" destOrd="0" presId="urn:microsoft.com/office/officeart/2005/8/layout/orgChart1"/>
    <dgm:cxn modelId="{460A0DC1-FF93-6E44-8204-3EDC9A9F290F}" type="presParOf" srcId="{E086E7EF-79CB-824A-97E9-748FECD1BC0D}" destId="{93D48ECF-54A5-2D44-A004-E6FDFE2CC2FE}" srcOrd="1" destOrd="0" presId="urn:microsoft.com/office/officeart/2005/8/layout/orgChart1"/>
    <dgm:cxn modelId="{15C2B15A-844E-3144-AC6D-AA2005CECF4F}" type="presParOf" srcId="{913F88E1-C62A-C944-BD8C-664EE134944B}" destId="{352164BF-15C7-D64D-AE04-9955DDE7FCDC}" srcOrd="1" destOrd="0" presId="urn:microsoft.com/office/officeart/2005/8/layout/orgChart1"/>
    <dgm:cxn modelId="{007E54B3-42EE-1240-A162-7BBBC71897C1}" type="presParOf" srcId="{913F88E1-C62A-C944-BD8C-664EE134944B}" destId="{E6B1395C-AC76-5349-B010-3499CD445879}" srcOrd="2" destOrd="0" presId="urn:microsoft.com/office/officeart/2005/8/layout/orgChart1"/>
    <dgm:cxn modelId="{8A5C1E69-154B-D941-8D1A-B6412445B4A3}" type="presParOf" srcId="{1C7D2B68-33ED-8545-984B-E497A277D9D7}" destId="{9408A102-B9A8-B247-AE52-0124C063EC0B}" srcOrd="2" destOrd="0" presId="urn:microsoft.com/office/officeart/2005/8/layout/orgChart1"/>
    <dgm:cxn modelId="{656F60B4-B09F-9D49-9E74-B1765B1075E6}" type="presParOf" srcId="{DA7EE8CD-2228-D140-9D09-96F669A2F41A}" destId="{FC9EB3B4-B6FE-1445-A967-5C594F1F621E}" srcOrd="2" destOrd="0" presId="urn:microsoft.com/office/officeart/2005/8/layout/orgChart1"/>
    <dgm:cxn modelId="{49F721D0-DC6B-CF4A-9B48-C3E300C599A3}" type="presParOf" srcId="{DA7EE8CD-2228-D140-9D09-96F669A2F41A}" destId="{876B50D4-F1C5-914D-8850-E62CDA7B3835}" srcOrd="3" destOrd="0" presId="urn:microsoft.com/office/officeart/2005/8/layout/orgChart1"/>
    <dgm:cxn modelId="{DF4C9A03-0DD1-694E-A2FE-028C6787B408}" type="presParOf" srcId="{876B50D4-F1C5-914D-8850-E62CDA7B3835}" destId="{80708B59-E945-1142-88F7-AA7DF0CA10EB}" srcOrd="0" destOrd="0" presId="urn:microsoft.com/office/officeart/2005/8/layout/orgChart1"/>
    <dgm:cxn modelId="{CDE65292-4F52-D748-8B42-2F716DA022B7}" type="presParOf" srcId="{80708B59-E945-1142-88F7-AA7DF0CA10EB}" destId="{22CF810F-B237-4142-834E-0563005FDBF0}" srcOrd="0" destOrd="0" presId="urn:microsoft.com/office/officeart/2005/8/layout/orgChart1"/>
    <dgm:cxn modelId="{B727FA68-2D01-5140-BED9-923084F3C71A}" type="presParOf" srcId="{80708B59-E945-1142-88F7-AA7DF0CA10EB}" destId="{9D8DF3DD-7963-3149-98E4-4DE0197E4D1D}" srcOrd="1" destOrd="0" presId="urn:microsoft.com/office/officeart/2005/8/layout/orgChart1"/>
    <dgm:cxn modelId="{A44FD3DC-0986-3C47-AA33-993206757825}" type="presParOf" srcId="{876B50D4-F1C5-914D-8850-E62CDA7B3835}" destId="{F01F7FBE-FFAA-2144-95D0-CD978B897AD8}" srcOrd="1" destOrd="0" presId="urn:microsoft.com/office/officeart/2005/8/layout/orgChart1"/>
    <dgm:cxn modelId="{6C8BCA97-4E93-AF47-85F4-BA0BB54F1654}" type="presParOf" srcId="{F01F7FBE-FFAA-2144-95D0-CD978B897AD8}" destId="{31EED1AB-EBD2-DE4E-99CD-9DAA967F0076}" srcOrd="0" destOrd="0" presId="urn:microsoft.com/office/officeart/2005/8/layout/orgChart1"/>
    <dgm:cxn modelId="{164A31A8-B042-0749-A983-A9677617FC29}" type="presParOf" srcId="{F01F7FBE-FFAA-2144-95D0-CD978B897AD8}" destId="{FE90D85E-6F55-F843-B237-38B82BD07FE0}" srcOrd="1" destOrd="0" presId="urn:microsoft.com/office/officeart/2005/8/layout/orgChart1"/>
    <dgm:cxn modelId="{D560C3AB-735C-694A-A6C6-DDD8D01014C8}" type="presParOf" srcId="{FE90D85E-6F55-F843-B237-38B82BD07FE0}" destId="{1967D509-640C-3543-8A90-ACBD00168641}" srcOrd="0" destOrd="0" presId="urn:microsoft.com/office/officeart/2005/8/layout/orgChart1"/>
    <dgm:cxn modelId="{11CAF742-EF88-FB45-8BE3-0330AE261C29}" type="presParOf" srcId="{1967D509-640C-3543-8A90-ACBD00168641}" destId="{591D7854-9DC8-1543-B84E-06668C267621}" srcOrd="0" destOrd="0" presId="urn:microsoft.com/office/officeart/2005/8/layout/orgChart1"/>
    <dgm:cxn modelId="{C6FD2608-D111-D747-9D65-A914FB9F045B}" type="presParOf" srcId="{1967D509-640C-3543-8A90-ACBD00168641}" destId="{43EA32DE-1389-F249-ACBB-5318A0FA2E3F}" srcOrd="1" destOrd="0" presId="urn:microsoft.com/office/officeart/2005/8/layout/orgChart1"/>
    <dgm:cxn modelId="{B1BC9C71-7F4F-4641-BD35-2B69B138A92F}" type="presParOf" srcId="{FE90D85E-6F55-F843-B237-38B82BD07FE0}" destId="{EF9C69EF-16F8-C14B-B2ED-D0C0FFFC6223}" srcOrd="1" destOrd="0" presId="urn:microsoft.com/office/officeart/2005/8/layout/orgChart1"/>
    <dgm:cxn modelId="{24C09AD3-DDEB-FC4C-80AF-503D0921FAFE}" type="presParOf" srcId="{FE90D85E-6F55-F843-B237-38B82BD07FE0}" destId="{77167D29-B4B0-1A40-984A-5AA98DD21231}" srcOrd="2" destOrd="0" presId="urn:microsoft.com/office/officeart/2005/8/layout/orgChart1"/>
    <dgm:cxn modelId="{BA4838C6-197E-4144-A623-745CCD012EB9}" type="presParOf" srcId="{876B50D4-F1C5-914D-8850-E62CDA7B3835}" destId="{FDA7F440-294D-1942-8ED1-814EAF3BD9CD}" srcOrd="2" destOrd="0" presId="urn:microsoft.com/office/officeart/2005/8/layout/orgChart1"/>
    <dgm:cxn modelId="{19A154EF-52C3-0E41-9D5E-27F4305F5A6A}" type="presParOf" srcId="{70BE095A-521A-FF4E-8C34-B1EADA0DB33A}" destId="{1D8E4F94-8226-B844-9198-3A66BC4888F2}" srcOrd="2" destOrd="0" presId="urn:microsoft.com/office/officeart/2005/8/layout/orgChart1"/>
    <dgm:cxn modelId="{AD3D4F57-903D-DA46-86EA-F92B55E0CF9A}" type="presParOf" srcId="{A0121298-18FF-304D-8957-70BB037D5F78}" destId="{D288B058-E70F-1B42-B5B8-1C89AE50BF97}" srcOrd="2" destOrd="0" presId="urn:microsoft.com/office/officeart/2005/8/layout/orgChart1"/>
    <dgm:cxn modelId="{E2EB455A-679C-7441-A27D-26515F84E24C}" type="presParOf" srcId="{CFFF1196-FB34-E042-809A-8C59277F0243}" destId="{CE93E2F7-0C0E-0C4E-9E9D-A0220B8D9C4A}" srcOrd="2" destOrd="0" presId="urn:microsoft.com/office/officeart/2005/8/layout/orgChart1"/>
    <dgm:cxn modelId="{1C8233FD-159D-0B42-995D-ED6881749AE6}" type="presParOf" srcId="{CFFF1196-FB34-E042-809A-8C59277F0243}" destId="{ECDA9697-0109-7244-9836-4F8850A7586B}" srcOrd="3" destOrd="0" presId="urn:microsoft.com/office/officeart/2005/8/layout/orgChart1"/>
    <dgm:cxn modelId="{B5799256-BF95-C84E-8DA9-78A8108C6360}" type="presParOf" srcId="{ECDA9697-0109-7244-9836-4F8850A7586B}" destId="{2365339A-FEF6-784E-8D8D-BB9F9971747E}" srcOrd="0" destOrd="0" presId="urn:microsoft.com/office/officeart/2005/8/layout/orgChart1"/>
    <dgm:cxn modelId="{26624A8B-A713-2A42-B2AF-4BAA06228848}" type="presParOf" srcId="{2365339A-FEF6-784E-8D8D-BB9F9971747E}" destId="{DA8A85C5-861E-8843-B270-568A1CAC6F77}" srcOrd="0" destOrd="0" presId="urn:microsoft.com/office/officeart/2005/8/layout/orgChart1"/>
    <dgm:cxn modelId="{74BBBE4D-C23E-DE4F-AD3C-6228FDA2ADBD}" type="presParOf" srcId="{2365339A-FEF6-784E-8D8D-BB9F9971747E}" destId="{53A766B0-8C15-9D4F-80C7-25DE031392A0}" srcOrd="1" destOrd="0" presId="urn:microsoft.com/office/officeart/2005/8/layout/orgChart1"/>
    <dgm:cxn modelId="{70D24AD1-C422-BB4B-8D39-2878C3CFBC58}" type="presParOf" srcId="{ECDA9697-0109-7244-9836-4F8850A7586B}" destId="{C4B31596-7F1E-914C-9B62-EA4BAF83F82B}" srcOrd="1" destOrd="0" presId="urn:microsoft.com/office/officeart/2005/8/layout/orgChart1"/>
    <dgm:cxn modelId="{AD96F66A-EBA7-7248-9F9B-9D279940D76C}" type="presParOf" srcId="{ECDA9697-0109-7244-9836-4F8850A7586B}" destId="{3D4632E8-23A2-7749-A53A-8989B1731BE0}" srcOrd="2" destOrd="0" presId="urn:microsoft.com/office/officeart/2005/8/layout/orgChart1"/>
    <dgm:cxn modelId="{B7C17FC8-8981-3C45-A974-845D65204C26}" type="presParOf" srcId="{2383C216-E282-9F4D-A46B-3CB9647AFEE1}" destId="{6CC1E698-3CAB-2841-AAEB-D0A0B3428E4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D8F2C-E88E-419B-AA00-3E2EDAB4D70F}">
      <dsp:nvSpPr>
        <dsp:cNvPr id="0" name=""/>
        <dsp:cNvSpPr/>
      </dsp:nvSpPr>
      <dsp:spPr>
        <a:xfrm>
          <a:off x="4083" y="1806226"/>
          <a:ext cx="1265925" cy="114007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/>
            <a:t>誰？</a:t>
          </a:r>
          <a:endParaRPr lang="en-US" altLang="zh-CN" sz="900" kern="1200" dirty="0"/>
        </a:p>
      </dsp:txBody>
      <dsp:txXfrm>
        <a:off x="37475" y="1839618"/>
        <a:ext cx="1199141" cy="1073290"/>
      </dsp:txXfrm>
    </dsp:sp>
    <dsp:sp modelId="{DBB1C095-D522-4DBA-AAE6-A6E18AEEEB3F}">
      <dsp:nvSpPr>
        <dsp:cNvPr id="0" name=""/>
        <dsp:cNvSpPr/>
      </dsp:nvSpPr>
      <dsp:spPr>
        <a:xfrm>
          <a:off x="1396601" y="2219289"/>
          <a:ext cx="268376" cy="3139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1396601" y="2282079"/>
        <a:ext cx="187863" cy="188369"/>
      </dsp:txXfrm>
    </dsp:sp>
    <dsp:sp modelId="{0AFF307F-3791-4971-9B61-CC2B8194D8FB}">
      <dsp:nvSpPr>
        <dsp:cNvPr id="0" name=""/>
        <dsp:cNvSpPr/>
      </dsp:nvSpPr>
      <dsp:spPr>
        <a:xfrm>
          <a:off x="1776378" y="1806226"/>
          <a:ext cx="1265925" cy="114007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說什麼？</a:t>
          </a:r>
        </a:p>
      </dsp:txBody>
      <dsp:txXfrm>
        <a:off x="1809770" y="1839618"/>
        <a:ext cx="1199141" cy="1073290"/>
      </dsp:txXfrm>
    </dsp:sp>
    <dsp:sp modelId="{A7E54704-09C8-4373-AD7E-F7C5F9056868}">
      <dsp:nvSpPr>
        <dsp:cNvPr id="0" name=""/>
        <dsp:cNvSpPr/>
      </dsp:nvSpPr>
      <dsp:spPr>
        <a:xfrm>
          <a:off x="3168896" y="2219289"/>
          <a:ext cx="268376" cy="3139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3168896" y="2282079"/>
        <a:ext cx="187863" cy="188369"/>
      </dsp:txXfrm>
    </dsp:sp>
    <dsp:sp modelId="{29C9301F-D270-442C-AD62-57B42EF661B0}">
      <dsp:nvSpPr>
        <dsp:cNvPr id="0" name=""/>
        <dsp:cNvSpPr/>
      </dsp:nvSpPr>
      <dsp:spPr>
        <a:xfrm>
          <a:off x="3548673" y="1806226"/>
          <a:ext cx="1265925" cy="114007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管道？</a:t>
          </a:r>
        </a:p>
      </dsp:txBody>
      <dsp:txXfrm>
        <a:off x="3582065" y="1839618"/>
        <a:ext cx="1199141" cy="1073290"/>
      </dsp:txXfrm>
    </dsp:sp>
    <dsp:sp modelId="{369AC61F-6425-4C6A-9F45-C2DD23CC39AF}">
      <dsp:nvSpPr>
        <dsp:cNvPr id="0" name=""/>
        <dsp:cNvSpPr/>
      </dsp:nvSpPr>
      <dsp:spPr>
        <a:xfrm>
          <a:off x="4941191" y="2219289"/>
          <a:ext cx="268376" cy="3139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4941191" y="2282079"/>
        <a:ext cx="187863" cy="188369"/>
      </dsp:txXfrm>
    </dsp:sp>
    <dsp:sp modelId="{C806025F-DFF0-47B2-BBF7-3C8C3373F81E}">
      <dsp:nvSpPr>
        <dsp:cNvPr id="0" name=""/>
        <dsp:cNvSpPr/>
      </dsp:nvSpPr>
      <dsp:spPr>
        <a:xfrm>
          <a:off x="5320969" y="1806226"/>
          <a:ext cx="1265925" cy="114007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對誰？</a:t>
          </a:r>
        </a:p>
      </dsp:txBody>
      <dsp:txXfrm>
        <a:off x="5354361" y="1839618"/>
        <a:ext cx="1199141" cy="1073290"/>
      </dsp:txXfrm>
    </dsp:sp>
    <dsp:sp modelId="{A2C44A2B-732C-4D0A-8ECE-2A11918B16C7}">
      <dsp:nvSpPr>
        <dsp:cNvPr id="0" name=""/>
        <dsp:cNvSpPr/>
      </dsp:nvSpPr>
      <dsp:spPr>
        <a:xfrm>
          <a:off x="6713486" y="2219289"/>
          <a:ext cx="268376" cy="3139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6713486" y="2282079"/>
        <a:ext cx="187863" cy="188369"/>
      </dsp:txXfrm>
    </dsp:sp>
    <dsp:sp modelId="{A8831DC8-8B36-4104-A157-F30E808D4C04}">
      <dsp:nvSpPr>
        <dsp:cNvPr id="0" name=""/>
        <dsp:cNvSpPr/>
      </dsp:nvSpPr>
      <dsp:spPr>
        <a:xfrm>
          <a:off x="7093264" y="1806226"/>
          <a:ext cx="1265925" cy="114007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有何作用？</a:t>
          </a:r>
        </a:p>
      </dsp:txBody>
      <dsp:txXfrm>
        <a:off x="7126656" y="1839618"/>
        <a:ext cx="1199141" cy="10732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93E2F7-0C0E-0C4E-9E9D-A0220B8D9C4A}">
      <dsp:nvSpPr>
        <dsp:cNvPr id="0" name=""/>
        <dsp:cNvSpPr/>
      </dsp:nvSpPr>
      <dsp:spPr>
        <a:xfrm>
          <a:off x="4645350" y="547795"/>
          <a:ext cx="661834" cy="2297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863"/>
              </a:lnTo>
              <a:lnTo>
                <a:pt x="661834" y="114863"/>
              </a:lnTo>
              <a:lnTo>
                <a:pt x="661834" y="229727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EED1AB-EBD2-DE4E-99CD-9DAA967F0076}">
      <dsp:nvSpPr>
        <dsp:cNvPr id="0" name=""/>
        <dsp:cNvSpPr/>
      </dsp:nvSpPr>
      <dsp:spPr>
        <a:xfrm>
          <a:off x="5485722" y="2877889"/>
          <a:ext cx="91440" cy="58938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89387"/>
              </a:lnTo>
              <a:lnTo>
                <a:pt x="68112" y="589387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9EB3B4-B6FE-1445-A967-5C594F1F621E}">
      <dsp:nvSpPr>
        <dsp:cNvPr id="0" name=""/>
        <dsp:cNvSpPr/>
      </dsp:nvSpPr>
      <dsp:spPr>
        <a:xfrm>
          <a:off x="5307184" y="2101191"/>
          <a:ext cx="661834" cy="2297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863"/>
              </a:lnTo>
              <a:lnTo>
                <a:pt x="661834" y="114863"/>
              </a:lnTo>
              <a:lnTo>
                <a:pt x="661834" y="229727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48B994-DF50-A44A-8039-E1DDC71344B9}">
      <dsp:nvSpPr>
        <dsp:cNvPr id="0" name=""/>
        <dsp:cNvSpPr/>
      </dsp:nvSpPr>
      <dsp:spPr>
        <a:xfrm>
          <a:off x="4156912" y="2877889"/>
          <a:ext cx="91440" cy="585258"/>
        </a:xfrm>
        <a:custGeom>
          <a:avLst/>
          <a:gdLst/>
          <a:ahLst/>
          <a:cxnLst/>
          <a:rect l="0" t="0" r="0" b="0"/>
          <a:pathLst>
            <a:path>
              <a:moveTo>
                <a:pt x="50861" y="0"/>
              </a:moveTo>
              <a:lnTo>
                <a:pt x="45720" y="585258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4FD89F-FAFD-A548-AAEE-28975B77A70C}">
      <dsp:nvSpPr>
        <dsp:cNvPr id="0" name=""/>
        <dsp:cNvSpPr/>
      </dsp:nvSpPr>
      <dsp:spPr>
        <a:xfrm>
          <a:off x="4645350" y="2101191"/>
          <a:ext cx="661834" cy="229727"/>
        </a:xfrm>
        <a:custGeom>
          <a:avLst/>
          <a:gdLst/>
          <a:ahLst/>
          <a:cxnLst/>
          <a:rect l="0" t="0" r="0" b="0"/>
          <a:pathLst>
            <a:path>
              <a:moveTo>
                <a:pt x="661834" y="0"/>
              </a:moveTo>
              <a:lnTo>
                <a:pt x="661834" y="114863"/>
              </a:lnTo>
              <a:lnTo>
                <a:pt x="0" y="114863"/>
              </a:lnTo>
              <a:lnTo>
                <a:pt x="0" y="229727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E9FC8A-2FBA-AE45-ABC6-80071F11C208}">
      <dsp:nvSpPr>
        <dsp:cNvPr id="0" name=""/>
        <dsp:cNvSpPr/>
      </dsp:nvSpPr>
      <dsp:spPr>
        <a:xfrm>
          <a:off x="3983516" y="1324493"/>
          <a:ext cx="1323668" cy="2297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863"/>
              </a:lnTo>
              <a:lnTo>
                <a:pt x="1323668" y="114863"/>
              </a:lnTo>
              <a:lnTo>
                <a:pt x="1323668" y="229727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75E181-EC22-6448-83DE-3596B4F6BED3}">
      <dsp:nvSpPr>
        <dsp:cNvPr id="0" name=""/>
        <dsp:cNvSpPr/>
      </dsp:nvSpPr>
      <dsp:spPr>
        <a:xfrm>
          <a:off x="2884105" y="2877889"/>
          <a:ext cx="316564" cy="585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5258"/>
              </a:lnTo>
              <a:lnTo>
                <a:pt x="316564" y="585258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AB6C97-92BA-0D49-A1D4-55175BDB65DB}">
      <dsp:nvSpPr>
        <dsp:cNvPr id="0" name=""/>
        <dsp:cNvSpPr/>
      </dsp:nvSpPr>
      <dsp:spPr>
        <a:xfrm>
          <a:off x="2838385" y="2877889"/>
          <a:ext cx="91440" cy="5852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110284" y="585258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009558-39D0-4B4A-A1BC-3880455319AD}">
      <dsp:nvSpPr>
        <dsp:cNvPr id="0" name=""/>
        <dsp:cNvSpPr/>
      </dsp:nvSpPr>
      <dsp:spPr>
        <a:xfrm>
          <a:off x="2659847" y="2101191"/>
          <a:ext cx="661834" cy="2297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863"/>
              </a:lnTo>
              <a:lnTo>
                <a:pt x="661834" y="114863"/>
              </a:lnTo>
              <a:lnTo>
                <a:pt x="661834" y="229727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C5E9F7-2F40-194E-8615-C1EB9F1A0906}">
      <dsp:nvSpPr>
        <dsp:cNvPr id="0" name=""/>
        <dsp:cNvSpPr/>
      </dsp:nvSpPr>
      <dsp:spPr>
        <a:xfrm>
          <a:off x="1172077" y="2877889"/>
          <a:ext cx="388359" cy="574193"/>
        </a:xfrm>
        <a:custGeom>
          <a:avLst/>
          <a:gdLst/>
          <a:ahLst/>
          <a:cxnLst/>
          <a:rect l="0" t="0" r="0" b="0"/>
          <a:pathLst>
            <a:path>
              <a:moveTo>
                <a:pt x="388359" y="0"/>
              </a:moveTo>
              <a:lnTo>
                <a:pt x="0" y="574193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36E01F-5BCC-874B-9C81-85E7EB15EB14}">
      <dsp:nvSpPr>
        <dsp:cNvPr id="0" name=""/>
        <dsp:cNvSpPr/>
      </dsp:nvSpPr>
      <dsp:spPr>
        <a:xfrm>
          <a:off x="915603" y="2877889"/>
          <a:ext cx="644834" cy="589387"/>
        </a:xfrm>
        <a:custGeom>
          <a:avLst/>
          <a:gdLst/>
          <a:ahLst/>
          <a:cxnLst/>
          <a:rect l="0" t="0" r="0" b="0"/>
          <a:pathLst>
            <a:path>
              <a:moveTo>
                <a:pt x="644834" y="0"/>
              </a:moveTo>
              <a:lnTo>
                <a:pt x="644834" y="589387"/>
              </a:lnTo>
              <a:lnTo>
                <a:pt x="0" y="589387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E6088A-C63B-AB40-AD2F-CDEBF14DFD38}">
      <dsp:nvSpPr>
        <dsp:cNvPr id="0" name=""/>
        <dsp:cNvSpPr/>
      </dsp:nvSpPr>
      <dsp:spPr>
        <a:xfrm>
          <a:off x="1998013" y="2101191"/>
          <a:ext cx="661834" cy="229727"/>
        </a:xfrm>
        <a:custGeom>
          <a:avLst/>
          <a:gdLst/>
          <a:ahLst/>
          <a:cxnLst/>
          <a:rect l="0" t="0" r="0" b="0"/>
          <a:pathLst>
            <a:path>
              <a:moveTo>
                <a:pt x="661834" y="0"/>
              </a:moveTo>
              <a:lnTo>
                <a:pt x="661834" y="114863"/>
              </a:lnTo>
              <a:lnTo>
                <a:pt x="0" y="114863"/>
              </a:lnTo>
              <a:lnTo>
                <a:pt x="0" y="229727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EA4BC7-3D9A-A747-8C71-7785B9BD0C8C}">
      <dsp:nvSpPr>
        <dsp:cNvPr id="0" name=""/>
        <dsp:cNvSpPr/>
      </dsp:nvSpPr>
      <dsp:spPr>
        <a:xfrm>
          <a:off x="2659847" y="1324493"/>
          <a:ext cx="1323668" cy="229727"/>
        </a:xfrm>
        <a:custGeom>
          <a:avLst/>
          <a:gdLst/>
          <a:ahLst/>
          <a:cxnLst/>
          <a:rect l="0" t="0" r="0" b="0"/>
          <a:pathLst>
            <a:path>
              <a:moveTo>
                <a:pt x="1323668" y="0"/>
              </a:moveTo>
              <a:lnTo>
                <a:pt x="1323668" y="114863"/>
              </a:lnTo>
              <a:lnTo>
                <a:pt x="0" y="114863"/>
              </a:lnTo>
              <a:lnTo>
                <a:pt x="0" y="229727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CDB645-3809-DB40-9135-036A6BA84F07}">
      <dsp:nvSpPr>
        <dsp:cNvPr id="0" name=""/>
        <dsp:cNvSpPr/>
      </dsp:nvSpPr>
      <dsp:spPr>
        <a:xfrm>
          <a:off x="3983516" y="547795"/>
          <a:ext cx="661834" cy="229727"/>
        </a:xfrm>
        <a:custGeom>
          <a:avLst/>
          <a:gdLst/>
          <a:ahLst/>
          <a:cxnLst/>
          <a:rect l="0" t="0" r="0" b="0"/>
          <a:pathLst>
            <a:path>
              <a:moveTo>
                <a:pt x="661834" y="0"/>
              </a:moveTo>
              <a:lnTo>
                <a:pt x="661834" y="114863"/>
              </a:lnTo>
              <a:lnTo>
                <a:pt x="0" y="114863"/>
              </a:lnTo>
              <a:lnTo>
                <a:pt x="0" y="229727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60278E-DAF1-FD49-B296-8AE2DE69988F}">
      <dsp:nvSpPr>
        <dsp:cNvPr id="0" name=""/>
        <dsp:cNvSpPr/>
      </dsp:nvSpPr>
      <dsp:spPr>
        <a:xfrm>
          <a:off x="4098380" y="825"/>
          <a:ext cx="1093940" cy="5469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/>
            <a:t>RQ</a:t>
          </a:r>
          <a:r>
            <a:rPr lang="zh-TW" altLang="en-US" sz="1100" kern="1200" dirty="0"/>
            <a:t>？</a:t>
          </a:r>
        </a:p>
      </dsp:txBody>
      <dsp:txXfrm>
        <a:off x="4098380" y="825"/>
        <a:ext cx="1093940" cy="546970"/>
      </dsp:txXfrm>
    </dsp:sp>
    <dsp:sp modelId="{4B301BF2-80D0-7F4C-BD25-966B12EC0BF8}">
      <dsp:nvSpPr>
        <dsp:cNvPr id="0" name=""/>
        <dsp:cNvSpPr/>
      </dsp:nvSpPr>
      <dsp:spPr>
        <a:xfrm>
          <a:off x="3436545" y="777523"/>
          <a:ext cx="1093940" cy="5469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/>
            <a:t>Constructs</a:t>
          </a:r>
          <a:r>
            <a:rPr lang="zh-TW" altLang="en-US" sz="1100" kern="1200" dirty="0"/>
            <a:t>？</a:t>
          </a:r>
          <a:r>
            <a:rPr lang="en-US" altLang="zh-TW" sz="1100" kern="1200" dirty="0"/>
            <a:t> </a:t>
          </a:r>
          <a:endParaRPr lang="zh-TW" altLang="en-US" sz="1100" kern="1200" dirty="0"/>
        </a:p>
      </dsp:txBody>
      <dsp:txXfrm>
        <a:off x="3436545" y="777523"/>
        <a:ext cx="1093940" cy="546970"/>
      </dsp:txXfrm>
    </dsp:sp>
    <dsp:sp modelId="{05FDC7E2-7C25-D84A-BE02-D10570DBD6EC}">
      <dsp:nvSpPr>
        <dsp:cNvPr id="0" name=""/>
        <dsp:cNvSpPr/>
      </dsp:nvSpPr>
      <dsp:spPr>
        <a:xfrm>
          <a:off x="2112877" y="1554221"/>
          <a:ext cx="1093940" cy="5469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/>
            <a:t>Operationalization</a:t>
          </a:r>
          <a:r>
            <a:rPr lang="zh-TW" altLang="en-US" sz="1100" kern="1200" dirty="0"/>
            <a:t>？</a:t>
          </a:r>
        </a:p>
      </dsp:txBody>
      <dsp:txXfrm>
        <a:off x="2112877" y="1554221"/>
        <a:ext cx="1093940" cy="546970"/>
      </dsp:txXfrm>
    </dsp:sp>
    <dsp:sp modelId="{EAF1BD5B-8272-624A-8F33-B60A6D6D7F3F}">
      <dsp:nvSpPr>
        <dsp:cNvPr id="0" name=""/>
        <dsp:cNvSpPr/>
      </dsp:nvSpPr>
      <dsp:spPr>
        <a:xfrm>
          <a:off x="1451043" y="2330919"/>
          <a:ext cx="1093940" cy="5469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/>
            <a:t>Dictionary</a:t>
          </a:r>
          <a:r>
            <a:rPr lang="zh-TW" altLang="en-US" sz="1100" kern="1200" dirty="0"/>
            <a:t>？</a:t>
          </a:r>
        </a:p>
      </dsp:txBody>
      <dsp:txXfrm>
        <a:off x="1451043" y="2330919"/>
        <a:ext cx="1093940" cy="546970"/>
      </dsp:txXfrm>
    </dsp:sp>
    <dsp:sp modelId="{B0FE2902-EC11-C943-9936-4DD2AAB912FE}">
      <dsp:nvSpPr>
        <dsp:cNvPr id="0" name=""/>
        <dsp:cNvSpPr/>
      </dsp:nvSpPr>
      <dsp:spPr>
        <a:xfrm>
          <a:off x="364585" y="3193792"/>
          <a:ext cx="551017" cy="5469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/>
            <a:t>Apply </a:t>
          </a:r>
          <a:endParaRPr lang="zh-TW" altLang="en-US" sz="1100" kern="1200" dirty="0"/>
        </a:p>
      </dsp:txBody>
      <dsp:txXfrm>
        <a:off x="364585" y="3193792"/>
        <a:ext cx="551017" cy="546970"/>
      </dsp:txXfrm>
    </dsp:sp>
    <dsp:sp modelId="{5803D76A-B8D2-6044-B442-FC53B314951A}">
      <dsp:nvSpPr>
        <dsp:cNvPr id="0" name=""/>
        <dsp:cNvSpPr/>
      </dsp:nvSpPr>
      <dsp:spPr>
        <a:xfrm>
          <a:off x="1172077" y="3178597"/>
          <a:ext cx="1093940" cy="5469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/>
            <a:t>develop</a:t>
          </a:r>
          <a:endParaRPr lang="zh-TW" altLang="en-US" sz="1100" kern="1200" dirty="0"/>
        </a:p>
      </dsp:txBody>
      <dsp:txXfrm>
        <a:off x="1172077" y="3178597"/>
        <a:ext cx="1093940" cy="546970"/>
      </dsp:txXfrm>
    </dsp:sp>
    <dsp:sp modelId="{982D3634-5107-6940-8FDB-628F1483A002}">
      <dsp:nvSpPr>
        <dsp:cNvPr id="0" name=""/>
        <dsp:cNvSpPr/>
      </dsp:nvSpPr>
      <dsp:spPr>
        <a:xfrm>
          <a:off x="2774711" y="2330919"/>
          <a:ext cx="1093940" cy="5469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/>
            <a:t>Theory</a:t>
          </a:r>
          <a:r>
            <a:rPr lang="zh-TW" altLang="en-US" sz="1100" kern="1200" dirty="0"/>
            <a:t> </a:t>
          </a:r>
          <a:r>
            <a:rPr lang="en-US" altLang="zh-TW" sz="1100" kern="1200" dirty="0"/>
            <a:t>or data</a:t>
          </a:r>
          <a:r>
            <a:rPr lang="zh-TW" altLang="en-US" sz="1100" kern="1200" dirty="0"/>
            <a:t>？</a:t>
          </a:r>
        </a:p>
      </dsp:txBody>
      <dsp:txXfrm>
        <a:off x="2774711" y="2330919"/>
        <a:ext cx="1093940" cy="546970"/>
      </dsp:txXfrm>
    </dsp:sp>
    <dsp:sp modelId="{3642AAB3-1524-7D42-B27A-A6CAC36BDC9E}">
      <dsp:nvSpPr>
        <dsp:cNvPr id="0" name=""/>
        <dsp:cNvSpPr/>
      </dsp:nvSpPr>
      <dsp:spPr>
        <a:xfrm>
          <a:off x="2372600" y="3189662"/>
          <a:ext cx="576069" cy="5469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/>
            <a:t>Coding</a:t>
          </a:r>
          <a:endParaRPr lang="zh-TW" altLang="en-US" sz="1100" kern="1200" dirty="0"/>
        </a:p>
      </dsp:txBody>
      <dsp:txXfrm>
        <a:off x="2372600" y="3189662"/>
        <a:ext cx="576069" cy="546970"/>
      </dsp:txXfrm>
    </dsp:sp>
    <dsp:sp modelId="{EAA5BE5B-6E9C-AF4C-BFE9-AFF03BEC29A0}">
      <dsp:nvSpPr>
        <dsp:cNvPr id="0" name=""/>
        <dsp:cNvSpPr/>
      </dsp:nvSpPr>
      <dsp:spPr>
        <a:xfrm>
          <a:off x="3200670" y="3189662"/>
          <a:ext cx="825443" cy="5469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/>
            <a:t>Concordance</a:t>
          </a:r>
          <a:endParaRPr lang="zh-TW" altLang="en-US" sz="1100" kern="1200" dirty="0"/>
        </a:p>
      </dsp:txBody>
      <dsp:txXfrm>
        <a:off x="3200670" y="3189662"/>
        <a:ext cx="825443" cy="546970"/>
      </dsp:txXfrm>
    </dsp:sp>
    <dsp:sp modelId="{CC9B6C4E-6A56-3448-BF04-AAFDD7202FB7}">
      <dsp:nvSpPr>
        <dsp:cNvPr id="0" name=""/>
        <dsp:cNvSpPr/>
      </dsp:nvSpPr>
      <dsp:spPr>
        <a:xfrm>
          <a:off x="4760214" y="1554221"/>
          <a:ext cx="1093940" cy="5469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/>
            <a:t>Class</a:t>
          </a:r>
          <a:r>
            <a:rPr lang="zh-TW" altLang="en-US" sz="1100" kern="1200" dirty="0"/>
            <a:t>？</a:t>
          </a:r>
        </a:p>
      </dsp:txBody>
      <dsp:txXfrm>
        <a:off x="4760214" y="1554221"/>
        <a:ext cx="1093940" cy="546970"/>
      </dsp:txXfrm>
    </dsp:sp>
    <dsp:sp modelId="{E27A8EFE-41E8-5545-AFC7-DD1DA77398F2}">
      <dsp:nvSpPr>
        <dsp:cNvPr id="0" name=""/>
        <dsp:cNvSpPr/>
      </dsp:nvSpPr>
      <dsp:spPr>
        <a:xfrm>
          <a:off x="4098380" y="2330919"/>
          <a:ext cx="1093940" cy="5469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/>
            <a:t>Classification</a:t>
          </a:r>
          <a:endParaRPr lang="zh-TW" altLang="en-US" sz="1100" kern="1200" dirty="0"/>
        </a:p>
      </dsp:txBody>
      <dsp:txXfrm>
        <a:off x="4098380" y="2330919"/>
        <a:ext cx="1093940" cy="546970"/>
      </dsp:txXfrm>
    </dsp:sp>
    <dsp:sp modelId="{6A86A2E1-EFA4-3742-A9B0-E9C356EE5180}">
      <dsp:nvSpPr>
        <dsp:cNvPr id="0" name=""/>
        <dsp:cNvSpPr/>
      </dsp:nvSpPr>
      <dsp:spPr>
        <a:xfrm>
          <a:off x="4202632" y="3189662"/>
          <a:ext cx="1093940" cy="5469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/>
            <a:t>NB, LR, Tree</a:t>
          </a:r>
          <a:endParaRPr lang="zh-TW" altLang="en-US" sz="1100" kern="1200" dirty="0"/>
        </a:p>
      </dsp:txBody>
      <dsp:txXfrm>
        <a:off x="4202632" y="3189662"/>
        <a:ext cx="1093940" cy="546970"/>
      </dsp:txXfrm>
    </dsp:sp>
    <dsp:sp modelId="{22CF810F-B237-4142-834E-0563005FDBF0}">
      <dsp:nvSpPr>
        <dsp:cNvPr id="0" name=""/>
        <dsp:cNvSpPr/>
      </dsp:nvSpPr>
      <dsp:spPr>
        <a:xfrm>
          <a:off x="5422048" y="2330919"/>
          <a:ext cx="1093940" cy="5469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/>
            <a:t>Topic</a:t>
          </a:r>
          <a:r>
            <a:rPr lang="zh-TW" altLang="en-US" sz="1100" kern="1200" dirty="0"/>
            <a:t> </a:t>
          </a:r>
          <a:r>
            <a:rPr lang="en-US" altLang="zh-TW" sz="1100" kern="1200" dirty="0"/>
            <a:t>discovery</a:t>
          </a:r>
          <a:endParaRPr lang="zh-TW" altLang="en-US" sz="1100" kern="1200" dirty="0"/>
        </a:p>
      </dsp:txBody>
      <dsp:txXfrm>
        <a:off x="5422048" y="2330919"/>
        <a:ext cx="1093940" cy="546970"/>
      </dsp:txXfrm>
    </dsp:sp>
    <dsp:sp modelId="{591D7854-9DC8-1543-B84E-06668C267621}">
      <dsp:nvSpPr>
        <dsp:cNvPr id="0" name=""/>
        <dsp:cNvSpPr/>
      </dsp:nvSpPr>
      <dsp:spPr>
        <a:xfrm>
          <a:off x="5553835" y="3193792"/>
          <a:ext cx="1093940" cy="5469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/>
            <a:t>LDA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/>
            <a:t>K-means</a:t>
          </a:r>
          <a:endParaRPr lang="zh-TW" altLang="en-US" sz="1100" kern="1200" dirty="0"/>
        </a:p>
      </dsp:txBody>
      <dsp:txXfrm>
        <a:off x="5553835" y="3193792"/>
        <a:ext cx="1093940" cy="546970"/>
      </dsp:txXfrm>
    </dsp:sp>
    <dsp:sp modelId="{DA8A85C5-861E-8843-B270-568A1CAC6F77}">
      <dsp:nvSpPr>
        <dsp:cNvPr id="0" name=""/>
        <dsp:cNvSpPr/>
      </dsp:nvSpPr>
      <dsp:spPr>
        <a:xfrm>
          <a:off x="4760214" y="777523"/>
          <a:ext cx="1093940" cy="54697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/>
            <a:t>Experiment, ethnography, survey</a:t>
          </a:r>
          <a:endParaRPr lang="zh-TW" altLang="en-US" sz="1100" kern="1200" dirty="0"/>
        </a:p>
      </dsp:txBody>
      <dsp:txXfrm>
        <a:off x="4760214" y="777523"/>
        <a:ext cx="1093940" cy="5469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61445-6702-4AA7-A640-A4BCE4731E2A}" type="datetimeFigureOut">
              <a:rPr lang="zh-CN" altLang="en-US" smtClean="0"/>
              <a:t>2021/9/27</a:t>
            </a:fld>
            <a:endParaRPr lang="zh-CN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4F647-F07D-40ED-B65E-BBA90B2DE5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583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52865-4B03-9142-AA00-174EE2878D7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505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2021/9/27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2021/9/27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2021/9/27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2021/9/27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2021/9/27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2021/9/27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2021/9/27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TExfHIUemnU" TargetMode="External"/><Relationship Id="rId2" Type="http://schemas.openxmlformats.org/officeDocument/2006/relationships/hyperlink" Target="https://bap.cm.nsysu.edu.tw/?page_id=1297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計算傳播學：起源、理論、方法與研究問題</a:t>
            </a:r>
            <a:endParaRPr lang="zh-CN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002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6172200" cy="529568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復習</a:t>
            </a:r>
            <a:r>
              <a:rPr lang="en-US" altLang="zh-TW" dirty="0" err="1"/>
              <a:t>BaseR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906849"/>
              </p:ext>
            </p:extLst>
          </p:nvPr>
        </p:nvGraphicFramePr>
        <p:xfrm>
          <a:off x="755576" y="911666"/>
          <a:ext cx="8064896" cy="5757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3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1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934">
                <a:tc>
                  <a:txBody>
                    <a:bodyPr/>
                    <a:lstStyle/>
                    <a:p>
                      <a:r>
                        <a:rPr lang="en-US" sz="2400" b="0" cap="none" baseline="0" dirty="0" err="1">
                          <a:latin typeface="+mn-ea"/>
                          <a:ea typeface="+mn-ea"/>
                        </a:rPr>
                        <a:t>功能</a:t>
                      </a:r>
                      <a:endParaRPr lang="en-US" sz="2400" b="0" cap="none" baseline="0" dirty="0">
                        <a:latin typeface="+mn-ea"/>
                        <a:ea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codes</a:t>
                      </a:r>
                      <a:endParaRPr lang="en-US" sz="2400" b="0" cap="none" baseline="0" dirty="0">
                        <a:latin typeface="Times New Roman" panose="02020603050405020304" pitchFamily="18" charset="0"/>
                        <a:ea typeface="Apple Symbols" panose="02000000000000000000" pitchFamily="2" charset="-79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934">
                <a:tc>
                  <a:txBody>
                    <a:bodyPr/>
                    <a:lstStyle/>
                    <a:p>
                      <a:r>
                        <a:rPr lang="zh-TW" altLang="en-US" sz="2400" b="0" cap="none" baseline="0" dirty="0">
                          <a:latin typeface="+mn-ea"/>
                          <a:ea typeface="+mn-ea"/>
                        </a:rPr>
                        <a:t>讀入</a:t>
                      </a:r>
                      <a:r>
                        <a:rPr lang="en-US" altLang="zh-TW" sz="2400" b="0" cap="none" baseline="0" dirty="0">
                          <a:latin typeface="+mn-ea"/>
                          <a:ea typeface="+mn-ea"/>
                        </a:rPr>
                        <a:t>csv</a:t>
                      </a:r>
                      <a:endParaRPr lang="zh-TW" altLang="en-US" sz="2400" b="0" cap="none" baseline="0" dirty="0">
                        <a:latin typeface="+mn-ea"/>
                        <a:ea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d=</a:t>
                      </a:r>
                      <a:r>
                        <a:rPr lang="en-US" altLang="zh-TW" sz="2400" b="0" cap="none" baseline="0" dirty="0" err="1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read.csv</a:t>
                      </a:r>
                      <a:r>
                        <a:rPr lang="en-US" altLang="zh-TW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(“</a:t>
                      </a:r>
                      <a:r>
                        <a:rPr lang="en-US" altLang="zh-TW" sz="2400" b="0" cap="none" baseline="0" dirty="0" err="1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file.csv</a:t>
                      </a:r>
                      <a:r>
                        <a:rPr lang="en-US" altLang="zh-TW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”)</a:t>
                      </a:r>
                      <a:endParaRPr lang="zh-TW" altLang="en-US" sz="2400" b="0" cap="none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pple Symbols" panose="02000000000000000000" pitchFamily="2" charset="-79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274357"/>
                  </a:ext>
                </a:extLst>
              </a:tr>
              <a:tr h="410934">
                <a:tc>
                  <a:txBody>
                    <a:bodyPr/>
                    <a:lstStyle/>
                    <a:p>
                      <a:r>
                        <a:rPr lang="en-US" sz="2400" b="0" cap="none" baseline="0" dirty="0" err="1">
                          <a:latin typeface="+mn-ea"/>
                          <a:ea typeface="+mn-ea"/>
                        </a:rPr>
                        <a:t>看變項名稱</a:t>
                      </a:r>
                      <a:endParaRPr lang="en-US" sz="2400" b="0" cap="none" baseline="0" dirty="0">
                        <a:latin typeface="+mn-ea"/>
                        <a:ea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names(d)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934">
                <a:tc>
                  <a:txBody>
                    <a:bodyPr/>
                    <a:lstStyle/>
                    <a:p>
                      <a:r>
                        <a:rPr lang="en-US" sz="2400" b="0" cap="none" baseline="0" dirty="0" err="1">
                          <a:latin typeface="+mn-ea"/>
                          <a:ea typeface="+mn-ea"/>
                        </a:rPr>
                        <a:t>看描述性特徵</a:t>
                      </a:r>
                      <a:endParaRPr lang="en-US" sz="2400" b="0" cap="none" baseline="0" dirty="0">
                        <a:latin typeface="+mn-ea"/>
                        <a:ea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summary(d)</a:t>
                      </a:r>
                      <a:r>
                        <a:rPr lang="zh-TW" altLang="en-US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;</a:t>
                      </a:r>
                      <a:r>
                        <a:rPr lang="zh-TW" altLang="en-US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summary(</a:t>
                      </a:r>
                      <a:r>
                        <a:rPr lang="en-US" altLang="zh-TW" sz="2400" b="0" cap="none" baseline="0" dirty="0" err="1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d$v</a:t>
                      </a:r>
                      <a:r>
                        <a:rPr lang="en-US" altLang="zh-TW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934">
                <a:tc>
                  <a:txBody>
                    <a:bodyPr/>
                    <a:lstStyle/>
                    <a:p>
                      <a:r>
                        <a:rPr lang="zh-TW" altLang="en-US" sz="2400" b="0" cap="none" baseline="0" dirty="0">
                          <a:latin typeface="+mn-ea"/>
                          <a:ea typeface="+mn-ea"/>
                        </a:rPr>
                        <a:t>指代資料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cap="non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d[m,</a:t>
                      </a:r>
                      <a:r>
                        <a:rPr lang="zh-TW" altLang="en-US" sz="2400" b="0" cap="non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400" b="0" cap="non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n]</a:t>
                      </a:r>
                      <a:endParaRPr lang="zh-TW" altLang="en-US" sz="2400" b="0" cap="none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pple Symbols" panose="02000000000000000000" pitchFamily="2" charset="-79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345">
                <a:tc>
                  <a:txBody>
                    <a:bodyPr/>
                    <a:lstStyle/>
                    <a:p>
                      <a:r>
                        <a:rPr lang="en-US" sz="2400" b="0" cap="none" baseline="0" dirty="0">
                          <a:latin typeface="+mn-ea"/>
                          <a:ea typeface="+mn-ea"/>
                        </a:rPr>
                        <a:t>看前</a:t>
                      </a:r>
                      <a:r>
                        <a:rPr lang="en-US" altLang="zh-TW" sz="2400" b="0" cap="none" baseline="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zh-TW" altLang="en-US" sz="2400" b="0" cap="none" baseline="0" dirty="0">
                          <a:latin typeface="+mn-ea"/>
                          <a:ea typeface="+mn-ea"/>
                        </a:rPr>
                        <a:t>筆資料</a:t>
                      </a:r>
                      <a:endParaRPr lang="en-US" sz="2400" b="0" cap="none" baseline="0" dirty="0">
                        <a:latin typeface="+mn-ea"/>
                        <a:ea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head()</a:t>
                      </a:r>
                      <a:endParaRPr lang="en-US" sz="2400" b="0" cap="none" baseline="0" dirty="0">
                        <a:latin typeface="Times New Roman" panose="02020603050405020304" pitchFamily="18" charset="0"/>
                        <a:ea typeface="Apple Symbols" panose="02000000000000000000" pitchFamily="2" charset="-79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169">
                <a:tc>
                  <a:txBody>
                    <a:bodyPr/>
                    <a:lstStyle/>
                    <a:p>
                      <a:r>
                        <a:rPr lang="en-US" sz="2400" b="0" cap="none" baseline="0" dirty="0" err="1">
                          <a:latin typeface="+mn-ea"/>
                          <a:ea typeface="+mn-ea"/>
                        </a:rPr>
                        <a:t>計算類別變項的出現頻率</a:t>
                      </a:r>
                      <a:endParaRPr lang="en-US" sz="2400" b="0" cap="none" baseline="0" dirty="0">
                        <a:latin typeface="+mn-ea"/>
                        <a:ea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b="0" cap="non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table(</a:t>
                      </a:r>
                      <a:r>
                        <a:rPr lang="en-US" sz="2400" b="0" cap="none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sz="2400" b="0" cap="none" baseline="0" dirty="0" err="1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$v</a:t>
                      </a:r>
                      <a:r>
                        <a:rPr lang="en-US" sz="2400" b="0" cap="non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02923803"/>
                  </a:ext>
                </a:extLst>
              </a:tr>
              <a:tr h="443345">
                <a:tc>
                  <a:txBody>
                    <a:bodyPr/>
                    <a:lstStyle/>
                    <a:p>
                      <a:r>
                        <a:rPr lang="en-US" sz="2400" b="0" cap="none" baseline="0" dirty="0" err="1">
                          <a:latin typeface="+mn-ea"/>
                          <a:ea typeface="+mn-ea"/>
                        </a:rPr>
                        <a:t>對數</a:t>
                      </a:r>
                      <a:r>
                        <a:rPr lang="en-US" altLang="zh-TW" sz="2400" b="0" cap="none" baseline="0" dirty="0" err="1">
                          <a:latin typeface="+mn-ea"/>
                          <a:ea typeface="+mn-ea"/>
                        </a:rPr>
                        <a:t>字</a:t>
                      </a:r>
                      <a:r>
                        <a:rPr lang="zh-TW" altLang="en-US" sz="2400" b="0" cap="none" baseline="0" dirty="0">
                          <a:latin typeface="+mn-ea"/>
                          <a:ea typeface="+mn-ea"/>
                        </a:rPr>
                        <a:t>數字變項進行運算</a:t>
                      </a:r>
                      <a:endParaRPr lang="en-US" sz="2400" b="0" cap="none" baseline="0" dirty="0">
                        <a:latin typeface="+mn-ea"/>
                        <a:ea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2400" b="0" cap="non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sum(),</a:t>
                      </a:r>
                      <a:r>
                        <a:rPr lang="zh-TW" altLang="en-US" sz="2400" b="0" cap="non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400" b="0" cap="non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mean(),</a:t>
                      </a:r>
                      <a:r>
                        <a:rPr lang="zh-TW" altLang="en-US" sz="2400" b="0" cap="non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400" b="0" cap="none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sd</a:t>
                      </a:r>
                      <a:r>
                        <a:rPr lang="en-US" altLang="zh-TW" sz="2400" b="0" cap="non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()</a:t>
                      </a:r>
                      <a:endParaRPr lang="en-US" sz="2400" b="0" cap="none" baseline="0" dirty="0">
                        <a:latin typeface="Times New Roman" panose="02020603050405020304" pitchFamily="18" charset="0"/>
                        <a:ea typeface="Apple Symbols" panose="02000000000000000000" pitchFamily="2" charset="-79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29771325"/>
                  </a:ext>
                </a:extLst>
              </a:tr>
              <a:tr h="443345">
                <a:tc>
                  <a:txBody>
                    <a:bodyPr/>
                    <a:lstStyle/>
                    <a:p>
                      <a:r>
                        <a:rPr lang="en-US" sz="2400" b="0" cap="none" baseline="0" dirty="0" err="1">
                          <a:latin typeface="+mn-ea"/>
                          <a:ea typeface="+mn-ea"/>
                        </a:rPr>
                        <a:t>畫圖</a:t>
                      </a:r>
                      <a:endParaRPr lang="en-US" sz="2400" b="0" cap="none" baseline="0" dirty="0">
                        <a:latin typeface="+mn-ea"/>
                        <a:ea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2400" b="0" cap="none" baseline="0" dirty="0" err="1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barplot</a:t>
                      </a:r>
                      <a:r>
                        <a:rPr lang="en-US" altLang="zh-TW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(table()),</a:t>
                      </a:r>
                      <a:r>
                        <a:rPr lang="zh-TW" altLang="en-US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pie(table()),</a:t>
                      </a:r>
                      <a:r>
                        <a:rPr lang="zh-TW" altLang="en-US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plot</a:t>
                      </a:r>
                      <a:r>
                        <a:rPr lang="en-US" altLang="zh-TW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(),hist()</a:t>
                      </a:r>
                      <a:endParaRPr lang="en-US" sz="2400" b="0" cap="none" baseline="0" dirty="0">
                        <a:latin typeface="Times New Roman" panose="02020603050405020304" pitchFamily="18" charset="0"/>
                        <a:ea typeface="Apple Symbols" panose="02000000000000000000" pitchFamily="2" charset="-79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7162734"/>
                  </a:ext>
                </a:extLst>
              </a:tr>
              <a:tr h="443345">
                <a:tc>
                  <a:txBody>
                    <a:bodyPr/>
                    <a:lstStyle/>
                    <a:p>
                      <a:r>
                        <a:rPr lang="en-US" sz="2400" b="0" cap="none" baseline="0" dirty="0" err="1">
                          <a:latin typeface="+mn-ea"/>
                          <a:ea typeface="+mn-ea"/>
                        </a:rPr>
                        <a:t>存儲csv</a:t>
                      </a:r>
                      <a:endParaRPr lang="en-US" sz="2400" b="0" cap="none" baseline="0" dirty="0">
                        <a:latin typeface="+mn-ea"/>
                        <a:ea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400" b="0" cap="none" baseline="0" dirty="0" err="1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write.csv</a:t>
                      </a:r>
                      <a:r>
                        <a:rPr lang="en-US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(d, “</a:t>
                      </a:r>
                      <a:r>
                        <a:rPr lang="en-US" sz="2400" b="0" cap="none" baseline="0" dirty="0" err="1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file.csv</a:t>
                      </a:r>
                      <a:r>
                        <a:rPr lang="en-US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”)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42867256"/>
                  </a:ext>
                </a:extLst>
              </a:tr>
              <a:tr h="443345">
                <a:tc>
                  <a:txBody>
                    <a:bodyPr/>
                    <a:lstStyle/>
                    <a:p>
                      <a:r>
                        <a:rPr lang="en-US" sz="2400" b="0" cap="none" baseline="0" dirty="0" err="1">
                          <a:latin typeface="+mn-ea"/>
                          <a:ea typeface="+mn-ea"/>
                        </a:rPr>
                        <a:t>存儲</a:t>
                      </a:r>
                      <a:r>
                        <a:rPr lang="en-US" altLang="zh-TW" sz="2400" b="0" cap="none" baseline="0" dirty="0" err="1">
                          <a:latin typeface="+mn-ea"/>
                          <a:ea typeface="+mn-ea"/>
                        </a:rPr>
                        <a:t>Rdata</a:t>
                      </a:r>
                      <a:endParaRPr lang="en-US" sz="2400" b="0" cap="none" baseline="0" dirty="0">
                        <a:latin typeface="+mn-ea"/>
                        <a:ea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save</a:t>
                      </a:r>
                      <a:r>
                        <a:rPr lang="en-US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(d, </a:t>
                      </a:r>
                      <a:r>
                        <a:rPr lang="en-US" altLang="zh-TW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file=</a:t>
                      </a:r>
                      <a:r>
                        <a:rPr lang="en-US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sz="2400" b="0" cap="none" baseline="0" dirty="0" err="1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file.csv</a:t>
                      </a:r>
                      <a:r>
                        <a:rPr lang="en-US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”)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60826918"/>
                  </a:ext>
                </a:extLst>
              </a:tr>
              <a:tr h="443345">
                <a:tc>
                  <a:txBody>
                    <a:bodyPr/>
                    <a:lstStyle/>
                    <a:p>
                      <a:r>
                        <a:rPr lang="en-US" altLang="zh-TW" sz="2400" b="0" cap="none" baseline="0" dirty="0">
                          <a:latin typeface="+mn-ea"/>
                          <a:ea typeface="+mn-ea"/>
                        </a:rPr>
                        <a:t>Open</a:t>
                      </a:r>
                      <a:r>
                        <a:rPr lang="zh-TW" altLang="en-US" sz="2400" b="0" cap="none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TW" sz="2400" b="0" cap="none" baseline="0" dirty="0" err="1">
                          <a:latin typeface="+mn-ea"/>
                          <a:ea typeface="+mn-ea"/>
                        </a:rPr>
                        <a:t>Rdata</a:t>
                      </a:r>
                      <a:endParaRPr lang="en-US" sz="2400" b="0" cap="none" baseline="0" dirty="0">
                        <a:latin typeface="+mn-ea"/>
                        <a:ea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TW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load(</a:t>
                      </a:r>
                      <a:r>
                        <a:rPr lang="zh-TW" altLang="en-US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altLang="zh-TW" sz="2400" b="0" cap="none" baseline="0" dirty="0" err="1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file.Rdata</a:t>
                      </a:r>
                      <a:r>
                        <a:rPr lang="zh-TW" altLang="en-US" sz="2400" b="0" cap="none" baseline="0" dirty="0">
                          <a:latin typeface="Times New Roman" panose="02020603050405020304" pitchFamily="18" charset="0"/>
                          <a:ea typeface="Apple Symbols" panose="02000000000000000000" pitchFamily="2" charset="-79"/>
                          <a:cs typeface="Times New Roman" panose="02020603050405020304" pitchFamily="18" charset="0"/>
                        </a:rPr>
                        <a:t>”）</a:t>
                      </a:r>
                      <a:endParaRPr lang="en-US" sz="2400" b="0" cap="none" baseline="0" dirty="0">
                        <a:latin typeface="Times New Roman" panose="02020603050405020304" pitchFamily="18" charset="0"/>
                        <a:ea typeface="Apple Symbols" panose="02000000000000000000" pitchFamily="2" charset="-79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7283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756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8D542-61BA-DB4A-8640-B26A612C7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討論問題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283426-A023-924C-8A4A-18E6FB277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什麼是計算傳播學？</a:t>
            </a:r>
            <a:endParaRPr kumimoji="1" lang="en-US" altLang="zh-TW" dirty="0"/>
          </a:p>
          <a:p>
            <a:r>
              <a:rPr kumimoji="1" lang="zh-TW" altLang="en-US" dirty="0"/>
              <a:t>計算傳播學與傳統傳播學的區別為何？</a:t>
            </a:r>
            <a:endParaRPr kumimoji="1" lang="en-US" altLang="zh-TW" dirty="0"/>
          </a:p>
          <a:p>
            <a:r>
              <a:rPr kumimoji="1" lang="zh-TW" altLang="en-US" dirty="0"/>
              <a:t>計算傳播學在研究中的主要角色為何？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最重要的目的為何？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適合探討哪一類的研究問題？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不適合探討哪一類的研究問題？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如何應用？</a:t>
            </a:r>
          </a:p>
        </p:txBody>
      </p:sp>
    </p:spTree>
    <p:extLst>
      <p:ext uri="{BB962C8B-B14F-4D97-AF65-F5344CB8AC3E}">
        <p14:creationId xmlns:p14="http://schemas.microsoft.com/office/powerpoint/2010/main" val="619627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C1385D-7209-9D46-B2C1-1CCCD248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出現的背景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6A0618-1095-064B-BFF1-376662660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TW" altLang="en-US" dirty="0"/>
              <a:t>現象：網絡的普及</a:t>
            </a:r>
            <a:endParaRPr kumimoji="1" lang="en-US" altLang="zh-TW" dirty="0"/>
          </a:p>
          <a:p>
            <a:r>
              <a:rPr kumimoji="1" lang="zh-TW" altLang="en-US" dirty="0"/>
              <a:t>數據：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人們使用網路的行為都會留下數字蹤跡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Web2.0</a:t>
            </a:r>
            <a:r>
              <a:rPr kumimoji="1" lang="zh-TW" altLang="en-US" dirty="0"/>
              <a:t>出現用戶自創內容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很多數據可以直接從前台抓取</a:t>
            </a:r>
            <a:endParaRPr kumimoji="1" lang="en-US" altLang="zh-TW" dirty="0"/>
          </a:p>
          <a:p>
            <a:r>
              <a:rPr kumimoji="1" lang="zh-TW" altLang="en-US" dirty="0"/>
              <a:t>方法：</a:t>
            </a:r>
            <a:r>
              <a:rPr kumimoji="1" lang="en-US" altLang="zh-TW" dirty="0"/>
              <a:t>text mining, social network analysis, spatial analysis , temporal analysis</a:t>
            </a:r>
          </a:p>
          <a:p>
            <a:r>
              <a:rPr lang="en-US" altLang="zh-TW" dirty="0"/>
              <a:t>2015</a:t>
            </a:r>
            <a:r>
              <a:rPr lang="zh-TW" altLang="en-US" dirty="0"/>
              <a:t>年</a:t>
            </a:r>
            <a:r>
              <a:rPr lang="en-US" altLang="zh-CN" dirty="0"/>
              <a:t>ICA</a:t>
            </a:r>
            <a:r>
              <a:rPr lang="zh-TW" altLang="en-US" dirty="0"/>
              <a:t>成立計算傳播學興趣小組， </a:t>
            </a:r>
            <a:r>
              <a:rPr lang="en-US" altLang="zh-TW" dirty="0"/>
              <a:t>2016</a:t>
            </a:r>
            <a:r>
              <a:rPr lang="zh-TW" altLang="en-US" dirty="0"/>
              <a:t>年稱為分會，很快增加到了</a:t>
            </a:r>
            <a:r>
              <a:rPr lang="en-US" altLang="zh-TW" dirty="0"/>
              <a:t>200</a:t>
            </a:r>
            <a:r>
              <a:rPr lang="zh-TW" altLang="en-US" dirty="0"/>
              <a:t>多位成員。</a:t>
            </a:r>
            <a:endParaRPr lang="zh-CN" altLang="en-US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38990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F03C3A-D3AC-8446-AD4B-A2E7CCD33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38944" y="250500"/>
            <a:ext cx="8229600" cy="1143000"/>
          </a:xfrm>
        </p:spPr>
        <p:txBody>
          <a:bodyPr/>
          <a:lstStyle/>
          <a:p>
            <a:r>
              <a:rPr kumimoji="1" lang="zh-TW" altLang="en-US" dirty="0"/>
              <a:t>什麼是計算傳播學？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DF5B9-6EDA-F14D-88A2-45A987553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8031" y="2564904"/>
            <a:ext cx="3096344" cy="2880320"/>
          </a:xfrm>
        </p:spPr>
        <p:txBody>
          <a:bodyPr>
            <a:normAutofit/>
          </a:bodyPr>
          <a:lstStyle/>
          <a:p>
            <a:r>
              <a:rPr kumimoji="1" lang="zh-TW" altLang="en-US" sz="2400" dirty="0"/>
              <a:t>計算傳播學：電腦收集分析資料</a:t>
            </a:r>
            <a:endParaRPr kumimoji="1" lang="en-US" altLang="zh-TW" sz="2400" dirty="0"/>
          </a:p>
          <a:p>
            <a:r>
              <a:rPr kumimoji="1" lang="zh-TW" altLang="en-US" sz="2400" dirty="0"/>
              <a:t>研究涉及：</a:t>
            </a:r>
            <a:r>
              <a:rPr kumimoji="1" lang="en-US" altLang="zh-TW" sz="2400" dirty="0"/>
              <a:t>what</a:t>
            </a:r>
            <a:r>
              <a:rPr kumimoji="1" lang="zh-TW" altLang="en-US" sz="2400" dirty="0"/>
              <a:t>（做什麼）和</a:t>
            </a:r>
            <a:r>
              <a:rPr kumimoji="1" lang="en-US" altLang="zh-TW" sz="2400" dirty="0"/>
              <a:t>how</a:t>
            </a:r>
            <a:r>
              <a:rPr kumimoji="1" lang="zh-TW" altLang="en-US" sz="2400" dirty="0"/>
              <a:t>（怎麼做）</a:t>
            </a:r>
            <a:endParaRPr kumimoji="1" lang="en-US" altLang="zh-TW" sz="2400" dirty="0"/>
          </a:p>
          <a:p>
            <a:r>
              <a:rPr kumimoji="1" lang="zh-TW" altLang="en-US" sz="2400" dirty="0"/>
              <a:t>最常用的方法：文本挖掘</a:t>
            </a:r>
            <a:endParaRPr kumimoji="1" lang="en-US" altLang="zh-TW" sz="2400" dirty="0"/>
          </a:p>
          <a:p>
            <a:endParaRPr kumimoji="1" lang="zh-TW" altLang="en-US" dirty="0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3431FA21-23DF-2147-B007-922E7185620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66756136"/>
              </p:ext>
            </p:extLst>
          </p:nvPr>
        </p:nvGraphicFramePr>
        <p:xfrm>
          <a:off x="3481536" y="1268760"/>
          <a:ext cx="5410944" cy="4491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648">
                  <a:extLst>
                    <a:ext uri="{9D8B030D-6E8A-4147-A177-3AD203B41FA5}">
                      <a16:colId xmlns:a16="http://schemas.microsoft.com/office/drawing/2014/main" val="3908980819"/>
                    </a:ext>
                  </a:extLst>
                </a:gridCol>
                <a:gridCol w="1803648">
                  <a:extLst>
                    <a:ext uri="{9D8B030D-6E8A-4147-A177-3AD203B41FA5}">
                      <a16:colId xmlns:a16="http://schemas.microsoft.com/office/drawing/2014/main" val="3987031014"/>
                    </a:ext>
                  </a:extLst>
                </a:gridCol>
                <a:gridCol w="1803648">
                  <a:extLst>
                    <a:ext uri="{9D8B030D-6E8A-4147-A177-3AD203B41FA5}">
                      <a16:colId xmlns:a16="http://schemas.microsoft.com/office/drawing/2014/main" val="2231667746"/>
                    </a:ext>
                  </a:extLst>
                </a:gridCol>
              </a:tblGrid>
              <a:tr h="478783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傳統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計算傳播學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622563"/>
                  </a:ext>
                </a:extLst>
              </a:tr>
              <a:tr h="6612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dirty="0"/>
                        <a:t>研究場景</a:t>
                      </a:r>
                      <a:r>
                        <a:rPr kumimoji="1" lang="en-US" altLang="zh-TW" sz="1800" dirty="0"/>
                        <a:t>/</a:t>
                      </a:r>
                      <a:r>
                        <a:rPr kumimoji="1" lang="zh-TW" altLang="en-US" sz="1800" dirty="0"/>
                        <a:t>現象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dirty="0"/>
                        <a:t>線下傳播過程（</a:t>
                      </a:r>
                      <a:r>
                        <a:rPr kumimoji="1" lang="en-US" altLang="zh-TW" sz="1800" dirty="0"/>
                        <a:t>5w</a:t>
                      </a:r>
                      <a:r>
                        <a:rPr kumimoji="1" lang="zh-TW" altLang="en-US" sz="1800" dirty="0"/>
                        <a:t>）</a:t>
                      </a:r>
                      <a:endParaRPr kumimoji="1" lang="en-US" altLang="zh-TW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zh-TW" altLang="en-US" sz="1800" dirty="0"/>
                        <a:t>網上傳播過程</a:t>
                      </a:r>
                      <a:endParaRPr kumimoji="1" lang="en-US" altLang="zh-TW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dirty="0"/>
                        <a:t>（</a:t>
                      </a:r>
                      <a:r>
                        <a:rPr kumimoji="1" lang="en-US" altLang="zh-TW" sz="1800" dirty="0"/>
                        <a:t>5w</a:t>
                      </a:r>
                      <a:r>
                        <a:rPr kumimoji="1" lang="zh-TW" altLang="en-US" sz="1800" dirty="0"/>
                        <a:t>）</a:t>
                      </a:r>
                      <a:endParaRPr kumimoji="1" lang="en-US" altLang="zh-TW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663849"/>
                  </a:ext>
                </a:extLst>
              </a:tr>
              <a:tr h="4787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dirty="0"/>
                        <a:t>數據結構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矮胖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高瘦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71173"/>
                  </a:ext>
                </a:extLst>
              </a:tr>
              <a:tr h="1062504"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內容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自己報告認知、態度和行為意向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真實情境下的行為，不知道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67806"/>
                  </a:ext>
                </a:extLst>
              </a:tr>
              <a:tr h="747688"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品質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記錯、撒謊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水軍、機器人行為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988165"/>
                  </a:ext>
                </a:extLst>
              </a:tr>
              <a:tr h="1062504"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時間粒度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一次</a:t>
                      </a:r>
                      <a:endParaRPr lang="en-US" altLang="zh-TW" sz="1800" dirty="0"/>
                    </a:p>
                    <a:p>
                      <a:r>
                        <a:rPr lang="zh-TW" altLang="en-US" sz="1800" dirty="0"/>
                        <a:t>過去、現在、明天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精確到毫秒</a:t>
                      </a:r>
                      <a:endParaRPr lang="en-US" altLang="zh-TW" sz="1800" dirty="0"/>
                    </a:p>
                    <a:p>
                      <a:r>
                        <a:rPr lang="zh-TW" altLang="en-US" sz="1800" dirty="0"/>
                        <a:t>一天有</a:t>
                      </a:r>
                      <a:r>
                        <a:rPr lang="en-US" altLang="zh-TW" sz="1800" dirty="0"/>
                        <a:t>1</a:t>
                      </a:r>
                      <a:r>
                        <a:rPr lang="zh-TW" altLang="en-US" sz="1800" dirty="0"/>
                        <a:t>億條紀錄，可操弄性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183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7063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C6BDD3-5085-514B-B3F9-FB51857C0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目前文字探勘的問題和建議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1D62D7F-4D83-2A4E-ABED-7AEBE8036A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zh-TW" altLang="en-US" dirty="0">
                <a:solidFill>
                  <a:srgbClr val="C00000"/>
                </a:solidFill>
              </a:rPr>
              <a:t>問題（</a:t>
            </a:r>
            <a:r>
              <a:rPr kumimoji="1" lang="en-US" altLang="zh-TW" dirty="0">
                <a:solidFill>
                  <a:srgbClr val="C00000"/>
                </a:solidFill>
              </a:rPr>
              <a:t>p.17</a:t>
            </a:r>
            <a:r>
              <a:rPr kumimoji="1" lang="zh-TW" altLang="en-US" dirty="0">
                <a:solidFill>
                  <a:srgbClr val="C00000"/>
                </a:solidFill>
              </a:rPr>
              <a:t>）</a:t>
            </a:r>
            <a:endParaRPr kumimoji="1" lang="en-US" altLang="zh-TW" dirty="0">
              <a:solidFill>
                <a:srgbClr val="C00000"/>
              </a:solidFill>
            </a:endParaRPr>
          </a:p>
          <a:p>
            <a:r>
              <a:rPr kumimoji="1" lang="zh-TW" altLang="en-US" dirty="0"/>
              <a:t>過分語境化和具體化 </a:t>
            </a:r>
            <a:r>
              <a:rPr kumimoji="1" lang="en-US" altLang="zh-TW" dirty="0"/>
              <a:t>--》</a:t>
            </a:r>
            <a:r>
              <a:rPr kumimoji="1" lang="zh-TW" altLang="en-US" dirty="0"/>
              <a:t>抽象到概念層次</a:t>
            </a:r>
            <a:endParaRPr kumimoji="1" lang="en-US" altLang="zh-TW" dirty="0"/>
          </a:p>
          <a:p>
            <a:r>
              <a:rPr kumimoji="1" lang="zh-TW" altLang="en-US" dirty="0"/>
              <a:t>主要是內容的研究</a:t>
            </a:r>
            <a:r>
              <a:rPr kumimoji="1" lang="en-US" altLang="zh-TW" dirty="0"/>
              <a:t>--〉</a:t>
            </a:r>
            <a:r>
              <a:rPr kumimoji="1" lang="zh-TW" altLang="en-US" dirty="0"/>
              <a:t>增加行為和效果的研究（？？哪些行為和效果）</a:t>
            </a:r>
            <a:endParaRPr kumimoji="1" lang="en-US" altLang="zh-TW" dirty="0"/>
          </a:p>
          <a:p>
            <a:r>
              <a:rPr lang="zh-TW" altLang="en-US" dirty="0"/>
              <a:t>內容分析粗糙、關鍵詞選擇主觀</a:t>
            </a:r>
            <a:endParaRPr lang="en-US" altLang="zh-TW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38742CD-230E-6F49-86E6-E47F97055A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zh-TW" altLang="en-US" dirty="0">
                <a:solidFill>
                  <a:srgbClr val="C00000"/>
                </a:solidFill>
              </a:rPr>
              <a:t>建議（</a:t>
            </a:r>
            <a:r>
              <a:rPr kumimoji="1" lang="en-US" altLang="zh-TW" dirty="0">
                <a:solidFill>
                  <a:srgbClr val="C00000"/>
                </a:solidFill>
              </a:rPr>
              <a:t>p.18</a:t>
            </a:r>
            <a:r>
              <a:rPr kumimoji="1" lang="zh-TW" altLang="en-US" dirty="0">
                <a:solidFill>
                  <a:srgbClr val="C00000"/>
                </a:solidFill>
              </a:rPr>
              <a:t>）</a:t>
            </a:r>
            <a:endParaRPr kumimoji="1" lang="en-US" altLang="zh-TW" dirty="0">
              <a:solidFill>
                <a:srgbClr val="C00000"/>
              </a:solidFill>
            </a:endParaRPr>
          </a:p>
          <a:p>
            <a:r>
              <a:rPr kumimoji="1" lang="en-US" altLang="zh-TW" dirty="0"/>
              <a:t>+ </a:t>
            </a:r>
            <a:r>
              <a:rPr kumimoji="1" lang="zh-TW" altLang="en-US" dirty="0"/>
              <a:t>行為變項</a:t>
            </a:r>
            <a:endParaRPr kumimoji="1" lang="en-US" altLang="zh-TW" dirty="0"/>
          </a:p>
          <a:p>
            <a:r>
              <a:rPr kumimoji="1" lang="en-US" altLang="zh-TW" dirty="0"/>
              <a:t>+</a:t>
            </a:r>
            <a:r>
              <a:rPr kumimoji="1" lang="zh-TW" altLang="en-US" dirty="0"/>
              <a:t> 時間變項</a:t>
            </a:r>
            <a:endParaRPr kumimoji="1" lang="en-US" altLang="zh-TW" dirty="0"/>
          </a:p>
          <a:p>
            <a:r>
              <a:rPr kumimoji="1" lang="en-US" altLang="zh-TW" dirty="0"/>
              <a:t>+</a:t>
            </a:r>
            <a:r>
              <a:rPr kumimoji="1" lang="zh-TW" altLang="en-US" dirty="0"/>
              <a:t> 網絡分析</a:t>
            </a:r>
            <a:endParaRPr kumimoji="1" lang="en-US" altLang="zh-TW" dirty="0"/>
          </a:p>
          <a:p>
            <a:r>
              <a:rPr kumimoji="1" lang="en-US" altLang="zh-TW" dirty="0"/>
              <a:t>+</a:t>
            </a:r>
            <a:r>
              <a:rPr kumimoji="1" lang="zh-TW" altLang="en-US" dirty="0"/>
              <a:t> 多層級的分析</a:t>
            </a:r>
            <a:endParaRPr kumimoji="1" lang="en-US" altLang="zh-TW" dirty="0"/>
          </a:p>
          <a:p>
            <a:r>
              <a:rPr kumimoji="1" lang="en-US" altLang="zh-TW" dirty="0"/>
              <a:t>+</a:t>
            </a:r>
            <a:r>
              <a:rPr kumimoji="1" lang="zh-TW" altLang="en-US" dirty="0"/>
              <a:t> 地理信息</a:t>
            </a:r>
            <a:endParaRPr kumimoji="1" lang="en-US" altLang="zh-TW" dirty="0"/>
          </a:p>
          <a:p>
            <a:r>
              <a:rPr kumimoji="1" lang="zh-TW" altLang="en-US" dirty="0"/>
              <a:t>研究生要學會傳統的理論、方法和研究設計</a:t>
            </a:r>
            <a:endParaRPr kumimoji="1" lang="en-US" altLang="zh-TW" dirty="0"/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0913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09061" y="549991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/>
              <a:t>計算傳播</a:t>
            </a:r>
            <a:r>
              <a:rPr lang="zh-TW" altLang="en-US" dirty="0"/>
              <a:t>學的核心</a:t>
            </a:r>
            <a:r>
              <a:rPr kumimoji="1" lang="zh-TW" altLang="en-US" dirty="0"/>
              <a:t>仍然是</a:t>
            </a:r>
            <a:r>
              <a:rPr kumimoji="1" lang="en-US" altLang="zh-TW" dirty="0"/>
              <a:t>5W</a:t>
            </a:r>
            <a:endParaRPr lang="zh-CN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98376" y="1988840"/>
            <a:ext cx="8147248" cy="1004859"/>
          </a:xfrm>
        </p:spPr>
        <p:txBody>
          <a:bodyPr/>
          <a:lstStyle/>
          <a:p>
            <a:r>
              <a:rPr lang="en-US" altLang="zh-CN" dirty="0" err="1"/>
              <a:t>Lasswell</a:t>
            </a:r>
            <a:r>
              <a:rPr lang="en-US" altLang="zh-CN" dirty="0"/>
              <a:t>, 1948</a:t>
            </a:r>
            <a:endParaRPr lang="zh-CN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9753431"/>
              </p:ext>
            </p:extLst>
          </p:nvPr>
        </p:nvGraphicFramePr>
        <p:xfrm>
          <a:off x="323528" y="1988840"/>
          <a:ext cx="8363273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內容版面配置區 2"/>
          <p:cNvSpPr txBox="1">
            <a:spLocks/>
          </p:cNvSpPr>
          <p:nvPr/>
        </p:nvSpPr>
        <p:spPr>
          <a:xfrm>
            <a:off x="539552" y="4869160"/>
            <a:ext cx="8147248" cy="100485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3528" y="4509120"/>
            <a:ext cx="1296144" cy="1944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媒體</a:t>
            </a:r>
            <a:endParaRPr lang="en-US" altLang="zh-TW" sz="2800" dirty="0"/>
          </a:p>
          <a:p>
            <a:pPr algn="ctr"/>
            <a:r>
              <a:rPr lang="zh-TW" altLang="en-US" sz="2800" dirty="0"/>
              <a:t>小編</a:t>
            </a:r>
            <a:endParaRPr lang="en-US" altLang="zh-TW" sz="2800" dirty="0"/>
          </a:p>
          <a:p>
            <a:pPr algn="ctr"/>
            <a:r>
              <a:rPr lang="zh-TW" altLang="en-US" sz="2800" dirty="0"/>
              <a:t>網友</a:t>
            </a:r>
            <a:endParaRPr lang="en-US" altLang="zh-TW" sz="2800" dirty="0"/>
          </a:p>
          <a:p>
            <a:pPr algn="ctr"/>
            <a:r>
              <a:rPr lang="zh-TW" altLang="en-US" sz="2800" dirty="0"/>
              <a:t>品牌</a:t>
            </a:r>
            <a:endParaRPr lang="zh-CN" altLang="en-US" sz="2800" dirty="0"/>
          </a:p>
        </p:txBody>
      </p:sp>
      <p:sp>
        <p:nvSpPr>
          <p:cNvPr id="7" name="矩形 6"/>
          <p:cNvSpPr/>
          <p:nvPr/>
        </p:nvSpPr>
        <p:spPr>
          <a:xfrm>
            <a:off x="5652120" y="4768615"/>
            <a:ext cx="1296144" cy="5760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地理</a:t>
            </a:r>
            <a:endParaRPr lang="zh-CN" altLang="en-US" sz="28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3E126B-7721-1040-B126-619E10726B96}"/>
              </a:ext>
            </a:extLst>
          </p:cNvPr>
          <p:cNvSpPr/>
          <p:nvPr/>
        </p:nvSpPr>
        <p:spPr>
          <a:xfrm>
            <a:off x="7403909" y="4795525"/>
            <a:ext cx="1296144" cy="151248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800" dirty="0"/>
              <a:t>按讚</a:t>
            </a:r>
            <a:endParaRPr lang="en-US" altLang="zh-TW" sz="2800" dirty="0"/>
          </a:p>
          <a:p>
            <a:pPr algn="ctr"/>
            <a:r>
              <a:rPr lang="zh-TW" altLang="en-US" sz="2800" dirty="0"/>
              <a:t>分享</a:t>
            </a:r>
            <a:endParaRPr lang="en-US" altLang="zh-TW" sz="2800" dirty="0"/>
          </a:p>
          <a:p>
            <a:pPr algn="ctr"/>
            <a:r>
              <a:rPr lang="zh-TW" altLang="en-US" sz="2800" dirty="0"/>
              <a:t>評論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35699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E9771E6-4D10-CA4B-BDF9-436C11732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53" y="878977"/>
            <a:ext cx="6387152" cy="512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467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範例</a:t>
            </a:r>
            <a:r>
              <a:rPr lang="zh-CN" altLang="en-US" dirty="0"/>
              <a:t>内容研究：比較</a:t>
            </a:r>
            <a:r>
              <a:rPr lang="zh-TW" altLang="en-US" dirty="0"/>
              <a:t>傳統和</a:t>
            </a:r>
            <a:r>
              <a:rPr lang="zh-CN" altLang="en-US" dirty="0"/>
              <a:t>社群媒體</a:t>
            </a: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Twitter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紐約時報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話題（</a:t>
                      </a:r>
                      <a:r>
                        <a:rPr lang="en-US" altLang="zh-CN" sz="3200" dirty="0"/>
                        <a:t>topic</a:t>
                      </a:r>
                      <a:r>
                        <a:rPr lang="zh-CN" altLang="en-US" sz="3200" dirty="0"/>
                        <a:t>，前三名）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家庭與生活、藝術、時尚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dirty="0"/>
                        <a:t>藝術、國際新聞、商業新聞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藝術新聞的涉及面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流行音樂、明星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書籍、小説、博物館、歷史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話題本質</a:t>
                      </a:r>
                      <a:r>
                        <a:rPr lang="zh-TW" altLang="en-US" sz="3200" dirty="0"/>
                        <a:t>（</a:t>
                      </a:r>
                      <a:r>
                        <a:rPr lang="en-US" altLang="zh-TW" sz="3200" dirty="0"/>
                        <a:t>nature</a:t>
                      </a:r>
                      <a:r>
                        <a:rPr lang="zh-TW" altLang="en-US" sz="3200" dirty="0"/>
                        <a:t>）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dirty="0"/>
                        <a:t>人物或組織主導話題、重合度低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事件主導話題、重合度高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框架：棱鏡門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英雄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dirty="0"/>
                        <a:t>叛徒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752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F4FD21-1371-834E-ACEB-CDD0F2A2F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未來的研究建議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A96EBA-04DD-8C45-B885-E439DE2CE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易陷入過分語境化或具象化的陷阱：要超越具體的語境和範圍，把文字上升到概念的高度，要找到現象背後的形成機制，找到抽象的理論共性（變量之間普适的關係）。</a:t>
            </a:r>
            <a:endParaRPr kumimoji="1" lang="en-US" altLang="zh-TW" dirty="0"/>
          </a:p>
          <a:p>
            <a:r>
              <a:rPr kumimoji="1" lang="zh-TW" altLang="en-US" dirty="0"/>
              <a:t>較少回答「</a:t>
            </a:r>
            <a:r>
              <a:rPr kumimoji="1" lang="en-US" altLang="zh-TW" dirty="0"/>
              <a:t>why</a:t>
            </a:r>
            <a:r>
              <a:rPr kumimoji="1" lang="zh-TW" altLang="en-US" dirty="0"/>
              <a:t>」的問題，不符合傳統學者的期待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85717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4B1290-24A5-5844-910D-7B8C390E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學習計算傳播學的困難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FD2CD7-2FD8-354B-A081-728783517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處於初步發展階段</a:t>
            </a:r>
            <a:endParaRPr kumimoji="1" lang="en-US" altLang="zh-TW" dirty="0"/>
          </a:p>
          <a:p>
            <a:r>
              <a:rPr kumimoji="1" lang="zh-TW" altLang="en-US" dirty="0"/>
              <a:t>尚無一本公認的教科書</a:t>
            </a:r>
            <a:endParaRPr kumimoji="1" lang="en-US" altLang="zh-TW" dirty="0"/>
          </a:p>
          <a:p>
            <a:r>
              <a:rPr kumimoji="1" lang="zh-TW" altLang="en-US" dirty="0"/>
              <a:t>目前研究還是以描述為主，較少在考察「</a:t>
            </a:r>
            <a:r>
              <a:rPr kumimoji="1" lang="en-US" altLang="zh-TW" dirty="0"/>
              <a:t>why</a:t>
            </a:r>
            <a:r>
              <a:rPr kumimoji="1" lang="zh-TW" altLang="en-US" dirty="0"/>
              <a:t>」的問題。</a:t>
            </a:r>
            <a:endParaRPr kumimoji="1" lang="en-US" altLang="zh-TW" dirty="0"/>
          </a:p>
          <a:p>
            <a:r>
              <a:rPr kumimoji="1" lang="zh-TW" altLang="en-US" dirty="0"/>
              <a:t>有些問題的解決方法尚未誕生：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網路抽樣，個體間違反彼此獨立的假設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兩種分析單位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整體資料不易取得、存儲和拷貝。</a:t>
            </a:r>
          </a:p>
        </p:txBody>
      </p:sp>
    </p:spTree>
    <p:extLst>
      <p:ext uri="{BB962C8B-B14F-4D97-AF65-F5344CB8AC3E}">
        <p14:creationId xmlns:p14="http://schemas.microsoft.com/office/powerpoint/2010/main" val="4020632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樣本代表性的問題</a:t>
            </a:r>
            <a:endParaRPr lang="zh-CN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總體數據：屬於原始擁有者（大企業和政府）</a:t>
            </a:r>
            <a:endParaRPr lang="en-US" altLang="zh-CN" dirty="0"/>
          </a:p>
          <a:p>
            <a:r>
              <a:rPr lang="zh-CN" altLang="en-US" dirty="0"/>
              <a:t>真正的大數據是得不到的</a:t>
            </a:r>
            <a:endParaRPr lang="en-US" altLang="zh-CN" dirty="0"/>
          </a:p>
          <a:p>
            <a:r>
              <a:rPr lang="zh-CN" altLang="en-US" dirty="0"/>
              <a:t>總體</a:t>
            </a:r>
            <a:r>
              <a:rPr lang="en-US" altLang="zh-CN" dirty="0"/>
              <a:t>&gt;</a:t>
            </a:r>
            <a:r>
              <a:rPr lang="zh-CN" altLang="en-US" dirty="0"/>
              <a:t>樣本</a:t>
            </a:r>
            <a:r>
              <a:rPr lang="en-US" altLang="zh-CN" dirty="0"/>
              <a:t>&gt;</a:t>
            </a:r>
            <a:r>
              <a:rPr lang="zh-CN" altLang="en-US" dirty="0"/>
              <a:t>局部</a:t>
            </a:r>
            <a:endParaRPr lang="en-US" altLang="zh-CN" dirty="0"/>
          </a:p>
          <a:p>
            <a:r>
              <a:rPr lang="zh-CN" altLang="en-US" dirty="0"/>
              <a:t>出路還是抽樣</a:t>
            </a:r>
            <a:endParaRPr lang="en-US" altLang="zh-CN" dirty="0"/>
          </a:p>
          <a:p>
            <a:r>
              <a:rPr lang="zh-CN" altLang="en-US" dirty="0"/>
              <a:t>個案多</a:t>
            </a:r>
            <a:r>
              <a:rPr lang="en-US" altLang="zh-CN" dirty="0"/>
              <a:t>vs</a:t>
            </a:r>
            <a:r>
              <a:rPr lang="zh-CN" altLang="en-US" dirty="0"/>
              <a:t>變量多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5" y="1221880"/>
            <a:ext cx="4679882" cy="551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1335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資料信效度問題</a:t>
            </a:r>
            <a:endParaRPr lang="zh-CN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人工內容分析：編碼員的一致度</a:t>
            </a:r>
            <a:endParaRPr lang="en-US" altLang="zh-CN" dirty="0"/>
          </a:p>
          <a:p>
            <a:pPr lvl="1"/>
            <a:r>
              <a:rPr lang="zh-CN" altLang="en-US" dirty="0"/>
              <a:t>人工準確率：</a:t>
            </a:r>
            <a:r>
              <a:rPr lang="en-US" altLang="zh-CN" dirty="0"/>
              <a:t>90%-95%</a:t>
            </a:r>
          </a:p>
          <a:p>
            <a:pPr lvl="1"/>
            <a:r>
              <a:rPr lang="zh-CN" altLang="en-US" dirty="0"/>
              <a:t>個人誤差，可透過多人相互抵消</a:t>
            </a:r>
            <a:endParaRPr lang="en-US" altLang="zh-CN" dirty="0"/>
          </a:p>
          <a:p>
            <a:pPr lvl="1"/>
            <a:r>
              <a:rPr lang="zh-CN" altLang="en-US" dirty="0"/>
              <a:t>不穩定，但比較準確</a:t>
            </a:r>
            <a:endParaRPr lang="en-US" altLang="zh-CN" dirty="0"/>
          </a:p>
          <a:p>
            <a:r>
              <a:rPr lang="zh-CN" altLang="en-US" dirty="0"/>
              <a:t>機器內容分析</a:t>
            </a:r>
            <a:endParaRPr lang="en-US" altLang="zh-CN" dirty="0"/>
          </a:p>
          <a:p>
            <a:pPr lvl="1"/>
            <a:r>
              <a:rPr lang="zh-CN" altLang="en-US" dirty="0"/>
              <a:t>無監督：無法知道準確率</a:t>
            </a:r>
            <a:endParaRPr lang="en-US" altLang="zh-CN" dirty="0"/>
          </a:p>
          <a:p>
            <a:pPr lvl="1"/>
            <a:r>
              <a:rPr lang="zh-CN" altLang="en-US" dirty="0"/>
              <a:t>有監督機器學習準確率：</a:t>
            </a:r>
            <a:r>
              <a:rPr lang="en-US" altLang="zh-CN" dirty="0"/>
              <a:t>80%</a:t>
            </a:r>
            <a:r>
              <a:rPr lang="zh-CN" altLang="en-US" dirty="0"/>
              <a:t>左右，決定於訓練集的質量、規模和學習的算法</a:t>
            </a:r>
            <a:endParaRPr lang="en-US" altLang="zh-CN" dirty="0"/>
          </a:p>
          <a:p>
            <a:pPr lvl="1"/>
            <a:r>
              <a:rPr lang="zh-CN" altLang="en-US" dirty="0"/>
              <a:t>系統性誤差，一般找不到</a:t>
            </a:r>
            <a:endParaRPr lang="en-US" altLang="zh-CN" dirty="0"/>
          </a:p>
          <a:p>
            <a:pPr lvl="1"/>
            <a:r>
              <a:rPr lang="zh-CN" altLang="en-US" dirty="0"/>
              <a:t>很穩定，但比較不准確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3786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A1CAC2-CB36-944E-8D03-F07398D9B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TW" altLang="en-US" dirty="0"/>
              <a:t>計算語言學</a:t>
            </a:r>
            <a:br>
              <a:rPr kumimoji="1" lang="en-US" altLang="zh-TW" dirty="0"/>
            </a:br>
            <a:r>
              <a:rPr kumimoji="1" lang="en-US" altLang="zh-TW" dirty="0"/>
              <a:t>(Humphreys &amp; Wang, 2017)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6586D1-6598-8442-BA92-5A74605E0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zh-TW" altLang="en-US" dirty="0"/>
              <a:t>加入語言學的理論</a:t>
            </a:r>
            <a:endParaRPr kumimoji="1" lang="en-US" altLang="zh-TW" dirty="0"/>
          </a:p>
          <a:p>
            <a:r>
              <a:rPr kumimoji="1" lang="zh-TW" altLang="en-US" dirty="0"/>
              <a:t>強調語言就是思想，用戶留言可以代表心理學的重要概念。</a:t>
            </a:r>
            <a:endParaRPr kumimoji="1" lang="en-US" altLang="zh-TW" dirty="0"/>
          </a:p>
          <a:p>
            <a:r>
              <a:rPr kumimoji="1" lang="zh-TW" altLang="en-US" dirty="0"/>
              <a:t>使用電腦計算出來的文字特徵去測量重要的心理學和社會學概念：</a:t>
            </a:r>
            <a:r>
              <a:rPr kumimoji="1" lang="en-US" altLang="zh-TW" dirty="0"/>
              <a:t>attention, processing, interpersonal dynamic, group and cultural level characteristics</a:t>
            </a:r>
          </a:p>
          <a:p>
            <a:r>
              <a:rPr kumimoji="1" lang="zh-TW" altLang="en-US" dirty="0"/>
              <a:t>電腦提供系統性的比較，發現常人無法發現等規律，了解消費者的想法、行為和文化</a:t>
            </a:r>
            <a:endParaRPr kumimoji="1" lang="en-US" altLang="zh-TW" dirty="0"/>
          </a:p>
          <a:p>
            <a:r>
              <a:rPr kumimoji="1" lang="zh-TW" altLang="en-US" dirty="0">
                <a:solidFill>
                  <a:srgbClr val="C00000"/>
                </a:solidFill>
              </a:rPr>
              <a:t>最終目的</a:t>
            </a:r>
            <a:r>
              <a:rPr kumimoji="1" lang="zh-TW" altLang="en-US" dirty="0"/>
              <a:t>是找到不同概念之間的關係，發展</a:t>
            </a:r>
            <a:r>
              <a:rPr kumimoji="1" lang="en-US" altLang="zh-TW" dirty="0"/>
              <a:t>/</a:t>
            </a:r>
            <a:r>
              <a:rPr kumimoji="1" lang="zh-TW" altLang="en-US" dirty="0"/>
              <a:t>檢驗心理學（消費者）、政治學、社會學和其他社會科學的相關理論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85798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C4DE1-B87D-DB40-86D7-465039AE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Q</a:t>
            </a:r>
            <a:r>
              <a:rPr kumimoji="1" lang="zh-TW" altLang="en-US" dirty="0"/>
              <a:t>請問你對什麼研究感興趣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9069BA-BCA7-4A43-BA70-3563AFB0E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感興趣的現象是什麼 ？</a:t>
            </a:r>
            <a:endParaRPr kumimoji="1" lang="en-US" altLang="zh-TW" dirty="0"/>
          </a:p>
          <a:p>
            <a:r>
              <a:rPr kumimoji="1" lang="zh-TW" altLang="en-US" dirty="0"/>
              <a:t>有哪些相關的概念？</a:t>
            </a:r>
            <a:endParaRPr kumimoji="1" lang="en-US" altLang="zh-TW" dirty="0"/>
          </a:p>
          <a:p>
            <a:r>
              <a:rPr kumimoji="1" lang="zh-TW" altLang="en-US" dirty="0"/>
              <a:t>他們存在怎樣的因果關係？</a:t>
            </a:r>
            <a:endParaRPr kumimoji="1" lang="en-US" altLang="zh-TW" dirty="0"/>
          </a:p>
          <a:p>
            <a:r>
              <a:rPr kumimoji="1" lang="zh-TW" altLang="en-US" dirty="0"/>
              <a:t>有哪些相關的理論？</a:t>
            </a:r>
            <a:endParaRPr kumimoji="1" lang="en-US" altLang="zh-TW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07663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CF11B3B9-F1CF-B849-8D46-B5AF09C4057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6995" y="1057798"/>
          <a:ext cx="8240518" cy="44321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1152779A-1D11-AA40-9BB9-DF9059D2414F}"/>
              </a:ext>
            </a:extLst>
          </p:cNvPr>
          <p:cNvSpPr txBox="1"/>
          <p:nvPr/>
        </p:nvSpPr>
        <p:spPr>
          <a:xfrm>
            <a:off x="4886492" y="1499698"/>
            <a:ext cx="26962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350" dirty="0"/>
              <a:t>Y</a:t>
            </a:r>
            <a:endParaRPr kumimoji="1" lang="zh-TW" altLang="en-US" sz="135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1989E04-7D43-F742-93A2-A617BAC18595}"/>
              </a:ext>
            </a:extLst>
          </p:cNvPr>
          <p:cNvSpPr txBox="1"/>
          <p:nvPr/>
        </p:nvSpPr>
        <p:spPr>
          <a:xfrm>
            <a:off x="3883270" y="2275837"/>
            <a:ext cx="26962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350" dirty="0"/>
              <a:t>Y</a:t>
            </a:r>
            <a:endParaRPr kumimoji="1" lang="zh-TW" altLang="en-US" sz="135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C084E49-3C81-1E4B-9D49-4964463F74EF}"/>
              </a:ext>
            </a:extLst>
          </p:cNvPr>
          <p:cNvSpPr txBox="1"/>
          <p:nvPr/>
        </p:nvSpPr>
        <p:spPr>
          <a:xfrm>
            <a:off x="2859534" y="3121768"/>
            <a:ext cx="26962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350" dirty="0"/>
              <a:t>Y</a:t>
            </a:r>
            <a:endParaRPr kumimoji="1" lang="zh-TW" altLang="en-US" sz="135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65A7B69-273F-3F4F-890D-AC97F1465C8C}"/>
              </a:ext>
            </a:extLst>
          </p:cNvPr>
          <p:cNvSpPr txBox="1"/>
          <p:nvPr/>
        </p:nvSpPr>
        <p:spPr>
          <a:xfrm>
            <a:off x="6380831" y="1460818"/>
            <a:ext cx="29683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50" dirty="0"/>
              <a:t>N</a:t>
            </a:r>
            <a:endParaRPr kumimoji="1" lang="zh-TW" altLang="en-US" sz="135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624083A-C4E7-2941-8B4E-8FF8F7E9F51E}"/>
              </a:ext>
            </a:extLst>
          </p:cNvPr>
          <p:cNvSpPr txBox="1"/>
          <p:nvPr/>
        </p:nvSpPr>
        <p:spPr>
          <a:xfrm>
            <a:off x="5428180" y="2275837"/>
            <a:ext cx="29683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50" dirty="0"/>
              <a:t>N</a:t>
            </a:r>
            <a:endParaRPr kumimoji="1" lang="zh-TW" altLang="en-US" sz="135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52D008B-8277-D24B-BBAD-41685372E734}"/>
              </a:ext>
            </a:extLst>
          </p:cNvPr>
          <p:cNvSpPr txBox="1"/>
          <p:nvPr/>
        </p:nvSpPr>
        <p:spPr>
          <a:xfrm>
            <a:off x="7179576" y="3111705"/>
            <a:ext cx="29683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50" dirty="0"/>
              <a:t>N</a:t>
            </a:r>
            <a:endParaRPr kumimoji="1" lang="zh-TW" altLang="en-US" sz="135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8CFDA8B-2701-2F4D-9E83-79DEB07FCF01}"/>
              </a:ext>
            </a:extLst>
          </p:cNvPr>
          <p:cNvSpPr txBox="1"/>
          <p:nvPr/>
        </p:nvSpPr>
        <p:spPr>
          <a:xfrm>
            <a:off x="5576599" y="3111705"/>
            <a:ext cx="30871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50" dirty="0"/>
              <a:t>Y</a:t>
            </a:r>
            <a:endParaRPr kumimoji="1" lang="zh-TW" altLang="en-US" sz="135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45E4CA1-FEFC-324A-87A5-98B9CD95E51C}"/>
              </a:ext>
            </a:extLst>
          </p:cNvPr>
          <p:cNvSpPr txBox="1"/>
          <p:nvPr/>
        </p:nvSpPr>
        <p:spPr>
          <a:xfrm>
            <a:off x="4169447" y="3087667"/>
            <a:ext cx="29683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50" dirty="0"/>
              <a:t>N</a:t>
            </a:r>
            <a:endParaRPr kumimoji="1" lang="zh-TW" altLang="en-US" sz="135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165C28C-3DCA-3F40-9D06-F7F062D31C2B}"/>
              </a:ext>
            </a:extLst>
          </p:cNvPr>
          <p:cNvSpPr txBox="1"/>
          <p:nvPr/>
        </p:nvSpPr>
        <p:spPr>
          <a:xfrm>
            <a:off x="736979" y="1307626"/>
            <a:ext cx="3709092" cy="3000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TW" sz="1350" dirty="0"/>
              <a:t>Stages of text analysis (Humphreys &amp; Wang, 2017)</a:t>
            </a:r>
            <a:endParaRPr kumimoji="1" lang="zh-TW" altLang="en-US" sz="1350" dirty="0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7594AB72-0E29-0948-BE6F-9025DAB87A1D}"/>
              </a:ext>
            </a:extLst>
          </p:cNvPr>
          <p:cNvSpPr/>
          <p:nvPr/>
        </p:nvSpPr>
        <p:spPr>
          <a:xfrm>
            <a:off x="3466181" y="5164229"/>
            <a:ext cx="685800" cy="46061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TW" altLang="en-US" sz="1350" dirty="0"/>
              <a:t>比較</a:t>
            </a: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EDBF0799-64FB-E74C-97EF-30C2B06DC44B}"/>
              </a:ext>
            </a:extLst>
          </p:cNvPr>
          <p:cNvSpPr/>
          <p:nvPr/>
        </p:nvSpPr>
        <p:spPr>
          <a:xfrm>
            <a:off x="4441163" y="5164229"/>
            <a:ext cx="685800" cy="46061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TW" altLang="en-US" sz="1350" dirty="0"/>
              <a:t>相關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E6089B4B-3EB8-A64F-A860-A145C2C2697D}"/>
              </a:ext>
            </a:extLst>
          </p:cNvPr>
          <p:cNvSpPr/>
          <p:nvPr/>
        </p:nvSpPr>
        <p:spPr>
          <a:xfrm>
            <a:off x="5436455" y="5164229"/>
            <a:ext cx="685800" cy="46061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TW" altLang="en-US" sz="1350" dirty="0"/>
              <a:t>預測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9576067-E3D5-E34A-97A0-211996BBBCA7}"/>
              </a:ext>
            </a:extLst>
          </p:cNvPr>
          <p:cNvSpPr txBox="1"/>
          <p:nvPr/>
        </p:nvSpPr>
        <p:spPr>
          <a:xfrm>
            <a:off x="4115774" y="3974590"/>
            <a:ext cx="29683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50" dirty="0"/>
              <a:t>N</a:t>
            </a:r>
            <a:endParaRPr kumimoji="1" lang="zh-TW" altLang="en-US" sz="135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AE75C84-4C8E-8C47-BC11-394D78323CC3}"/>
              </a:ext>
            </a:extLst>
          </p:cNvPr>
          <p:cNvSpPr txBox="1"/>
          <p:nvPr/>
        </p:nvSpPr>
        <p:spPr>
          <a:xfrm>
            <a:off x="2584023" y="4028839"/>
            <a:ext cx="29683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50" dirty="0"/>
              <a:t>N</a:t>
            </a:r>
            <a:endParaRPr kumimoji="1" lang="zh-TW" altLang="en-US" sz="135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75B9888-E9EE-CF42-9449-57DFF0BD4802}"/>
              </a:ext>
            </a:extLst>
          </p:cNvPr>
          <p:cNvSpPr txBox="1"/>
          <p:nvPr/>
        </p:nvSpPr>
        <p:spPr>
          <a:xfrm>
            <a:off x="1355292" y="3974590"/>
            <a:ext cx="26962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350" dirty="0"/>
              <a:t>Y</a:t>
            </a:r>
            <a:endParaRPr kumimoji="1" lang="zh-TW" altLang="en-US" sz="135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D853211-936D-CA4B-B569-C2D124521687}"/>
              </a:ext>
            </a:extLst>
          </p:cNvPr>
          <p:cNvSpPr txBox="1"/>
          <p:nvPr/>
        </p:nvSpPr>
        <p:spPr>
          <a:xfrm>
            <a:off x="3461654" y="4028839"/>
            <a:ext cx="26962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350" dirty="0"/>
              <a:t>Y</a:t>
            </a:r>
            <a:endParaRPr kumimoji="1" lang="zh-TW" altLang="en-US" sz="135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B65ED89-597A-0443-B6EE-9124134AAB1A}"/>
              </a:ext>
            </a:extLst>
          </p:cNvPr>
          <p:cNvSpPr txBox="1"/>
          <p:nvPr/>
        </p:nvSpPr>
        <p:spPr>
          <a:xfrm>
            <a:off x="7806019" y="1937698"/>
            <a:ext cx="877163" cy="3000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TW" altLang="en-US" sz="1350" dirty="0"/>
              <a:t>資料收集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FF8A821-DEFF-6C44-B679-C4F471AB4659}"/>
              </a:ext>
            </a:extLst>
          </p:cNvPr>
          <p:cNvSpPr txBox="1"/>
          <p:nvPr/>
        </p:nvSpPr>
        <p:spPr>
          <a:xfrm>
            <a:off x="7806019" y="2674798"/>
            <a:ext cx="877163" cy="3000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TW" altLang="en-US" sz="1350" dirty="0"/>
              <a:t>概念定義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7FFC7F0-5CFC-4E49-BA4A-001733333937}"/>
              </a:ext>
            </a:extLst>
          </p:cNvPr>
          <p:cNvSpPr txBox="1"/>
          <p:nvPr/>
        </p:nvSpPr>
        <p:spPr>
          <a:xfrm>
            <a:off x="7892581" y="3890339"/>
            <a:ext cx="704039" cy="3000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TW" altLang="en-US" sz="1350" dirty="0"/>
              <a:t>操作化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D81D3B0-7F26-D14C-9E14-E4A88A1023CA}"/>
              </a:ext>
            </a:extLst>
          </p:cNvPr>
          <p:cNvSpPr txBox="1"/>
          <p:nvPr/>
        </p:nvSpPr>
        <p:spPr>
          <a:xfrm>
            <a:off x="7546331" y="5303167"/>
            <a:ext cx="1396536" cy="3000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TW" altLang="en-US" sz="1350" dirty="0"/>
              <a:t>資料分析和解釋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C5D6274-312A-A043-86B3-2C37D81C15D3}"/>
              </a:ext>
            </a:extLst>
          </p:cNvPr>
          <p:cNvSpPr txBox="1"/>
          <p:nvPr/>
        </p:nvSpPr>
        <p:spPr>
          <a:xfrm>
            <a:off x="7796435" y="1185229"/>
            <a:ext cx="877163" cy="3000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TW" altLang="en-US" sz="1350" dirty="0"/>
              <a:t>研究問題</a:t>
            </a:r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A4438CAA-A266-FE47-A290-8A5432AFCE8C}"/>
              </a:ext>
            </a:extLst>
          </p:cNvPr>
          <p:cNvCxnSpPr>
            <a:endCxn id="24" idx="0"/>
          </p:cNvCxnSpPr>
          <p:nvPr/>
        </p:nvCxnSpPr>
        <p:spPr>
          <a:xfrm>
            <a:off x="8221517" y="1477597"/>
            <a:ext cx="23084" cy="460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74DF8A36-F311-8941-9EF6-BC9FCE404EEA}"/>
              </a:ext>
            </a:extLst>
          </p:cNvPr>
          <p:cNvCxnSpPr>
            <a:endCxn id="25" idx="0"/>
          </p:cNvCxnSpPr>
          <p:nvPr/>
        </p:nvCxnSpPr>
        <p:spPr>
          <a:xfrm>
            <a:off x="8221517" y="2214697"/>
            <a:ext cx="23084" cy="460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E1BCE67C-E830-914C-AA56-9B4CA928F1FC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8221517" y="3010268"/>
            <a:ext cx="23084" cy="880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8BD7FFA6-AEEE-8A49-9923-F7ADD7DCFC2A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8221516" y="4228361"/>
            <a:ext cx="23083" cy="1074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右大括弧 39">
            <a:extLst>
              <a:ext uri="{FF2B5EF4-FFF2-40B4-BE49-F238E27FC236}">
                <a16:creationId xmlns:a16="http://schemas.microsoft.com/office/drawing/2014/main" id="{2662CC0C-70F6-7E4E-B588-EC92515F756B}"/>
              </a:ext>
            </a:extLst>
          </p:cNvPr>
          <p:cNvSpPr/>
          <p:nvPr/>
        </p:nvSpPr>
        <p:spPr>
          <a:xfrm>
            <a:off x="7615416" y="3553349"/>
            <a:ext cx="179005" cy="104887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 sz="1350"/>
          </a:p>
        </p:txBody>
      </p:sp>
    </p:spTree>
    <p:extLst>
      <p:ext uri="{BB962C8B-B14F-4D97-AF65-F5344CB8AC3E}">
        <p14:creationId xmlns:p14="http://schemas.microsoft.com/office/powerpoint/2010/main" val="2931093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62E9D3-9FDC-5D4B-9858-6C15AC99B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文字探勘不適合哪些研究問題？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C561C2-317F-A143-A354-350215A53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zh-TW" altLang="en-US" dirty="0"/>
              <a:t>自然條件下發生，未控制發生的條件（</a:t>
            </a:r>
            <a:r>
              <a:rPr kumimoji="1" lang="en-US" altLang="zh-TW" dirty="0"/>
              <a:t>CV</a:t>
            </a:r>
            <a:r>
              <a:rPr kumimoji="1" lang="zh-TW" altLang="en-US" dirty="0"/>
              <a:t>），無法推論心理機制中的因果關係</a:t>
            </a:r>
            <a:endParaRPr kumimoji="1" lang="en-US" altLang="zh-TW" dirty="0"/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dirty="0"/>
              <a:t>不適合考察行為層面和無法說出的資料（例如：潛水、反應時間、脈搏、線下的購買行為）</a:t>
            </a:r>
            <a:endParaRPr kumimoji="1" lang="en-US" altLang="zh-TW" dirty="0"/>
          </a:p>
          <a:p>
            <a:pPr marL="514350" indent="-514350">
              <a:buFont typeface="+mj-lt"/>
              <a:buAutoNum type="arabicPeriod"/>
            </a:pPr>
            <a:r>
              <a:rPr kumimoji="1" lang="zh-TW" altLang="en-US" dirty="0"/>
              <a:t>意義豐富、深層、隱晦、諷刺、文化性的語言含義</a:t>
            </a:r>
          </a:p>
        </p:txBody>
      </p:sp>
    </p:spTree>
    <p:extLst>
      <p:ext uri="{BB962C8B-B14F-4D97-AF65-F5344CB8AC3E}">
        <p14:creationId xmlns:p14="http://schemas.microsoft.com/office/powerpoint/2010/main" val="3718165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A58044-07E4-8D4E-9C85-99519E7EC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文字探勘適合哪些研究問題？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A5BA58-509B-314E-BDCA-D21254FC3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發現被研究者和消費者自己忽視的系統性關係</a:t>
            </a:r>
            <a:endParaRPr kumimoji="1" lang="en-US" altLang="zh-TW" dirty="0"/>
          </a:p>
          <a:p>
            <a:r>
              <a:rPr kumimoji="1" lang="zh-TW" altLang="en-US" dirty="0"/>
              <a:t>找到不同群體使用語言的差異：發現專家和消費者評價產品的差異</a:t>
            </a:r>
          </a:p>
          <a:p>
            <a:r>
              <a:rPr kumimoji="1" lang="zh-TW" altLang="en-US" dirty="0"/>
              <a:t>找到語言長時間的變化</a:t>
            </a:r>
            <a:endParaRPr kumimoji="1" lang="en-US" altLang="zh-TW" dirty="0"/>
          </a:p>
          <a:p>
            <a:r>
              <a:rPr kumimoji="1" lang="zh-TW" altLang="en-US" dirty="0"/>
              <a:t>可輔助傳統的實驗法</a:t>
            </a:r>
            <a:endParaRPr kumimoji="1" lang="en-US" altLang="zh-TW" dirty="0"/>
          </a:p>
          <a:p>
            <a:r>
              <a:rPr kumimoji="1" lang="zh-TW" altLang="en-US" dirty="0"/>
              <a:t>考察人際互動和組織內互動</a:t>
            </a:r>
            <a:endParaRPr kumimoji="1" lang="en-US" altLang="zh-TW" dirty="0"/>
          </a:p>
          <a:p>
            <a:r>
              <a:rPr kumimoji="1" lang="zh-TW" altLang="en-US" dirty="0"/>
              <a:t>文字可以是自變項也可以是因變項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65903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CDF453-D0B5-E641-B919-CD738D57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管院文字探勘平台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64BA94-B243-784B-A842-5FD0A229E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hlinkClick r:id="rId2"/>
              </a:rPr>
              <a:t>https://bap.cm.nsysu.edu.tw/?page_id=1297</a:t>
            </a:r>
            <a:endParaRPr kumimoji="1" lang="en-US" altLang="zh-TW" dirty="0"/>
          </a:p>
          <a:p>
            <a:r>
              <a:rPr kumimoji="1" lang="zh-TW" altLang="en-US" dirty="0">
                <a:hlinkClick r:id="rId3"/>
              </a:rPr>
              <a:t>教學影片</a:t>
            </a:r>
            <a:endParaRPr kumimoji="1" lang="en-US" altLang="zh-TW" dirty="0">
              <a:hlinkClick r:id="rId3"/>
            </a:endParaRPr>
          </a:p>
          <a:p>
            <a:r>
              <a:rPr kumimoji="1" lang="en-US" altLang="zh-TW" dirty="0">
                <a:hlinkClick r:id="rId3"/>
              </a:rPr>
              <a:t>https://youtu.be/TExfHIUemnU</a:t>
            </a:r>
            <a:endParaRPr kumimoji="1" lang="en-US" altLang="zh-TW" dirty="0"/>
          </a:p>
          <a:p>
            <a:r>
              <a:rPr kumimoji="1" lang="zh-TW" altLang="en-US" dirty="0"/>
              <a:t>提供蘋果日報、</a:t>
            </a:r>
            <a:r>
              <a:rPr kumimoji="1" lang="en-US" altLang="zh-TW" dirty="0"/>
              <a:t>PTT</a:t>
            </a:r>
            <a:r>
              <a:rPr kumimoji="1" lang="zh-TW" altLang="en-US" dirty="0"/>
              <a:t>、自由時報、東森、中時、</a:t>
            </a:r>
            <a:r>
              <a:rPr kumimoji="1" lang="en-US" altLang="zh-TW" dirty="0" err="1"/>
              <a:t>Dcard</a:t>
            </a:r>
            <a:r>
              <a:rPr kumimoji="1" lang="zh-TW" altLang="en-US" dirty="0"/>
              <a:t>的內容</a:t>
            </a:r>
            <a:endParaRPr kumimoji="1" lang="en-US" altLang="zh-TW" dirty="0"/>
          </a:p>
          <a:p>
            <a:r>
              <a:rPr kumimoji="1" lang="zh-TW" altLang="en-US" dirty="0"/>
              <a:t>初步分析</a:t>
            </a:r>
          </a:p>
        </p:txBody>
      </p:sp>
    </p:spTree>
    <p:extLst>
      <p:ext uri="{BB962C8B-B14F-4D97-AF65-F5344CB8AC3E}">
        <p14:creationId xmlns:p14="http://schemas.microsoft.com/office/powerpoint/2010/main" val="4235876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72EB84-4B2D-AF47-AFE9-883D90FEA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討論問題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1A6980-D01E-564F-BDC0-7DE0801AB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你的研究問題為何？</a:t>
            </a:r>
            <a:endParaRPr kumimoji="1" lang="en-US" altLang="zh-TW" dirty="0"/>
          </a:p>
          <a:p>
            <a:r>
              <a:rPr kumimoji="1" lang="zh-TW" altLang="en-US" dirty="0"/>
              <a:t>是否適合使用文字探勘的資料分析方式？</a:t>
            </a:r>
            <a:endParaRPr kumimoji="1" lang="en-US" altLang="zh-TW" dirty="0"/>
          </a:p>
          <a:p>
            <a:r>
              <a:rPr kumimoji="1" lang="zh-TW" altLang="en-US" dirty="0"/>
              <a:t>需要收集哪一類的文字資料？</a:t>
            </a:r>
            <a:endParaRPr kumimoji="1" lang="en-US" altLang="zh-TW" dirty="0"/>
          </a:p>
          <a:p>
            <a:r>
              <a:rPr kumimoji="1" lang="zh-TW" altLang="en-US"/>
              <a:t>管院</a:t>
            </a:r>
            <a:r>
              <a:rPr kumimoji="1" lang="zh-TW" altLang="en-US" dirty="0"/>
              <a:t>文字平台的資料是否符合你的需求，</a:t>
            </a:r>
            <a:r>
              <a:rPr kumimoji="1" lang="en-US" altLang="zh-TW" dirty="0"/>
              <a:t>why</a:t>
            </a:r>
            <a:r>
              <a:rPr kumimoji="1" lang="zh-TW" altLang="en-US" dirty="0"/>
              <a:t>？</a:t>
            </a:r>
            <a:endParaRPr kumimoji="1" lang="en-US" altLang="zh-TW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5264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1687A9-3B8A-C640-BDB5-83A54DB18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練習題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AE807E-BAF0-4041-B776-D4CB8717F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請在</a:t>
            </a:r>
            <a:r>
              <a:rPr kumimoji="1" lang="en-US" altLang="zh-TW" dirty="0"/>
              <a:t>RStudio</a:t>
            </a:r>
            <a:r>
              <a:rPr kumimoji="1" lang="zh-TW" altLang="en-US" dirty="0"/>
              <a:t>中讀入練習的資料檔：</a:t>
            </a:r>
            <a:r>
              <a:rPr kumimoji="1" lang="en-US" altLang="zh-TW" dirty="0" err="1"/>
              <a:t>exe.Rdata</a:t>
            </a:r>
            <a:r>
              <a:rPr kumimoji="1" lang="en-US" altLang="zh-TW" dirty="0"/>
              <a:t>,</a:t>
            </a:r>
            <a:r>
              <a:rPr kumimoji="1" lang="zh-TW" altLang="en-US" dirty="0"/>
              <a:t> 並進行以下練習：</a:t>
            </a:r>
            <a:endParaRPr kumimoji="1" lang="en-US" altLang="zh-TW" dirty="0"/>
          </a:p>
          <a:p>
            <a:r>
              <a:rPr kumimoji="1" lang="zh-TW" altLang="en-US" dirty="0"/>
              <a:t>請過濾掉報導日期在</a:t>
            </a:r>
            <a:r>
              <a:rPr kumimoji="1" lang="en-US" altLang="zh-TW" dirty="0"/>
              <a:t>“2020-02-01”</a:t>
            </a:r>
            <a:r>
              <a:rPr kumimoji="1" lang="zh-TW" altLang="en-US" dirty="0"/>
              <a:t>之前和</a:t>
            </a:r>
            <a:r>
              <a:rPr kumimoji="1" lang="en-US" altLang="zh-TW" dirty="0"/>
              <a:t>“2020-03-31”</a:t>
            </a:r>
            <a:r>
              <a:rPr kumimoji="1" lang="zh-TW" altLang="en-US" dirty="0"/>
              <a:t>之後的新聞資料</a:t>
            </a:r>
            <a:endParaRPr kumimoji="1" lang="en-US" altLang="zh-TW" dirty="0"/>
          </a:p>
          <a:p>
            <a:r>
              <a:rPr kumimoji="1" lang="zh-TW" altLang="en-US" dirty="0"/>
              <a:t>請將</a:t>
            </a:r>
            <a:r>
              <a:rPr kumimoji="1" lang="en-US" altLang="zh-TW" dirty="0"/>
              <a:t>media</a:t>
            </a:r>
            <a:r>
              <a:rPr kumimoji="1" lang="zh-TW" altLang="en-US" dirty="0"/>
              <a:t>中的「蘋果」和「中時」合併成一個新的類目為「報紙」</a:t>
            </a:r>
            <a:endParaRPr kumimoji="1" lang="en-US" altLang="zh-TW" dirty="0"/>
          </a:p>
          <a:p>
            <a:r>
              <a:rPr kumimoji="1" lang="zh-TW" altLang="en-US" dirty="0"/>
              <a:t>請計算不同類型媒體報導的平均長度。</a:t>
            </a:r>
          </a:p>
        </p:txBody>
      </p:sp>
    </p:spTree>
    <p:extLst>
      <p:ext uri="{BB962C8B-B14F-4D97-AF65-F5344CB8AC3E}">
        <p14:creationId xmlns:p14="http://schemas.microsoft.com/office/powerpoint/2010/main" val="4058068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</TotalTime>
  <Words>1312</Words>
  <Application>Microsoft Macintosh PowerPoint</Application>
  <PresentationFormat>如螢幕大小 (4:3)</PresentationFormat>
  <Paragraphs>211</Paragraphs>
  <Slides>21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 2</vt:lpstr>
      <vt:lpstr>Office 佈景主題</vt:lpstr>
      <vt:lpstr>計算傳播學：起源、理論、方法與研究問題</vt:lpstr>
      <vt:lpstr>復習BaseR</vt:lpstr>
      <vt:lpstr>討論問題</vt:lpstr>
      <vt:lpstr>出現的背景</vt:lpstr>
      <vt:lpstr>什麼是計算傳播學？</vt:lpstr>
      <vt:lpstr>目前文字探勘的問題和建議</vt:lpstr>
      <vt:lpstr>計算傳播學的核心仍然是5W</vt:lpstr>
      <vt:lpstr>PowerPoint 簡報</vt:lpstr>
      <vt:lpstr>範例内容研究：比較傳統和社群媒體</vt:lpstr>
      <vt:lpstr>未來的研究建議</vt:lpstr>
      <vt:lpstr>學習計算傳播學的困難</vt:lpstr>
      <vt:lpstr>樣本代表性的問題</vt:lpstr>
      <vt:lpstr>資料信效度問題</vt:lpstr>
      <vt:lpstr>計算語言學 (Humphreys &amp; Wang, 2017)</vt:lpstr>
      <vt:lpstr>Q請問你對什麼研究感興趣</vt:lpstr>
      <vt:lpstr>PowerPoint 簡報</vt:lpstr>
      <vt:lpstr>文字探勘不適合哪些研究問題？</vt:lpstr>
      <vt:lpstr>文字探勘適合哪些研究問題？</vt:lpstr>
      <vt:lpstr>管院文字探勘平台</vt:lpstr>
      <vt:lpstr>討論問題</vt:lpstr>
      <vt:lpstr>練習題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新媒體科技</dc:title>
  <dc:creator>Win8</dc:creator>
  <cp:lastModifiedBy>躍 譚</cp:lastModifiedBy>
  <cp:revision>91</cp:revision>
  <dcterms:created xsi:type="dcterms:W3CDTF">2016-06-04T06:58:40Z</dcterms:created>
  <dcterms:modified xsi:type="dcterms:W3CDTF">2021-09-27T04:32:58Z</dcterms:modified>
</cp:coreProperties>
</file>